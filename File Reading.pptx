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1"/>
  </p:sldMasterIdLst>
  <p:notesMasterIdLst>
    <p:notesMasterId r:id="rId14"/>
  </p:notesMasterIdLst>
  <p:sldIdLst>
    <p:sldId id="8966" r:id="rId2"/>
    <p:sldId id="8942" r:id="rId3"/>
    <p:sldId id="9207" r:id="rId4"/>
    <p:sldId id="9243" r:id="rId5"/>
    <p:sldId id="9244" r:id="rId6"/>
    <p:sldId id="9246" r:id="rId7"/>
    <p:sldId id="9245" r:id="rId8"/>
    <p:sldId id="9247" r:id="rId9"/>
    <p:sldId id="9248" r:id="rId10"/>
    <p:sldId id="9249" r:id="rId11"/>
    <p:sldId id="9250" r:id="rId12"/>
    <p:sldId id="9251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8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E69DE3-6E8A-4049-939C-22290CF5B441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2C9DAA-FC94-463C-B4F9-332B7C2EF4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9300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2C9DAA-FC94-463C-B4F9-332B7C2EF4A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3089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ver Slide Main">
  <p:cSld name="Cover Slide Main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6"/>
          <p:cNvSpPr/>
          <p:nvPr/>
        </p:nvSpPr>
        <p:spPr>
          <a:xfrm>
            <a:off x="357480" y="340639"/>
            <a:ext cx="11517138" cy="581812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34175" tIns="34175" rIns="34175" bIns="341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29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" name="Google Shape;18;p26"/>
          <p:cNvSpPr txBox="1">
            <a:spLocks noGrp="1"/>
          </p:cNvSpPr>
          <p:nvPr>
            <p:ph type="ctrTitle"/>
          </p:nvPr>
        </p:nvSpPr>
        <p:spPr>
          <a:xfrm>
            <a:off x="886359" y="1536675"/>
            <a:ext cx="4828269" cy="589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67"/>
              <a:buFont typeface="Roboto Slab"/>
              <a:buNone/>
              <a:defRPr sz="4367" b="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9" name="Google Shape;19;p26"/>
          <p:cNvSpPr txBox="1">
            <a:spLocks noGrp="1"/>
          </p:cNvSpPr>
          <p:nvPr>
            <p:ph type="subTitle" idx="1"/>
          </p:nvPr>
        </p:nvSpPr>
        <p:spPr>
          <a:xfrm>
            <a:off x="886360" y="5064161"/>
            <a:ext cx="4828269" cy="534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760"/>
              </a:spcBef>
              <a:spcAft>
                <a:spcPts val="0"/>
              </a:spcAft>
              <a:buSzPts val="2400"/>
              <a:buNone/>
              <a:defRPr sz="1899" b="1">
                <a:solidFill>
                  <a:schemeClr val="accent2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304"/>
              </a:spcBef>
              <a:spcAft>
                <a:spcPts val="0"/>
              </a:spcAft>
              <a:buSzPts val="2200"/>
              <a:buNone/>
              <a:defRPr>
                <a:solidFill>
                  <a:srgbClr val="898989"/>
                </a:solidFill>
              </a:defRPr>
            </a:lvl2pPr>
            <a:lvl3pPr lvl="2" algn="ctr">
              <a:lnSpc>
                <a:spcPct val="100000"/>
              </a:lnSpc>
              <a:spcBef>
                <a:spcPts val="304"/>
              </a:spcBef>
              <a:spcAft>
                <a:spcPts val="0"/>
              </a:spcAft>
              <a:buSzPts val="2200"/>
              <a:buNone/>
              <a:defRPr>
                <a:solidFill>
                  <a:srgbClr val="898989"/>
                </a:solidFill>
              </a:defRPr>
            </a:lvl3pPr>
            <a:lvl4pPr lvl="3" algn="ctr">
              <a:lnSpc>
                <a:spcPct val="100000"/>
              </a:lnSpc>
              <a:spcBef>
                <a:spcPts val="304"/>
              </a:spcBef>
              <a:spcAft>
                <a:spcPts val="0"/>
              </a:spcAft>
              <a:buSzPts val="1519"/>
              <a:buNone/>
              <a:defRPr>
                <a:solidFill>
                  <a:srgbClr val="898989"/>
                </a:solidFill>
              </a:defRPr>
            </a:lvl4pPr>
            <a:lvl5pPr lvl="4" algn="ctr">
              <a:spcBef>
                <a:spcPts val="456"/>
              </a:spcBef>
              <a:spcAft>
                <a:spcPts val="0"/>
              </a:spcAft>
              <a:buClr>
                <a:srgbClr val="898989"/>
              </a:buClr>
              <a:buSzPts val="2279"/>
              <a:buNone/>
              <a:defRPr>
                <a:solidFill>
                  <a:srgbClr val="898989"/>
                </a:solidFill>
              </a:defRPr>
            </a:lvl5pPr>
            <a:lvl6pPr lvl="5" algn="ctr">
              <a:spcBef>
                <a:spcPts val="399"/>
              </a:spcBef>
              <a:spcAft>
                <a:spcPts val="0"/>
              </a:spcAft>
              <a:buClr>
                <a:srgbClr val="898989"/>
              </a:buClr>
              <a:buSzPts val="1994"/>
              <a:buNone/>
              <a:defRPr>
                <a:solidFill>
                  <a:srgbClr val="898989"/>
                </a:solidFill>
              </a:defRPr>
            </a:lvl6pPr>
            <a:lvl7pPr lvl="6" algn="ctr">
              <a:spcBef>
                <a:spcPts val="399"/>
              </a:spcBef>
              <a:spcAft>
                <a:spcPts val="0"/>
              </a:spcAft>
              <a:buClr>
                <a:srgbClr val="898989"/>
              </a:buClr>
              <a:buSzPts val="1994"/>
              <a:buNone/>
              <a:defRPr>
                <a:solidFill>
                  <a:srgbClr val="898989"/>
                </a:solidFill>
              </a:defRPr>
            </a:lvl7pPr>
            <a:lvl8pPr lvl="7" algn="ctr">
              <a:spcBef>
                <a:spcPts val="399"/>
              </a:spcBef>
              <a:spcAft>
                <a:spcPts val="0"/>
              </a:spcAft>
              <a:buClr>
                <a:srgbClr val="898989"/>
              </a:buClr>
              <a:buSzPts val="1994"/>
              <a:buNone/>
              <a:defRPr>
                <a:solidFill>
                  <a:srgbClr val="898989"/>
                </a:solidFill>
              </a:defRPr>
            </a:lvl8pPr>
            <a:lvl9pPr lvl="8" algn="ctr">
              <a:spcBef>
                <a:spcPts val="399"/>
              </a:spcBef>
              <a:spcAft>
                <a:spcPts val="0"/>
              </a:spcAft>
              <a:buClr>
                <a:srgbClr val="898989"/>
              </a:buClr>
              <a:buSzPts val="1994"/>
              <a:buNone/>
              <a:defRPr>
                <a:solidFill>
                  <a:srgbClr val="898989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" name="Google Shape;20;p26"/>
          <p:cNvSpPr/>
          <p:nvPr/>
        </p:nvSpPr>
        <p:spPr>
          <a:xfrm>
            <a:off x="6067374" y="347530"/>
            <a:ext cx="5807244" cy="5811235"/>
          </a:xfrm>
          <a:custGeom>
            <a:avLst/>
            <a:gdLst/>
            <a:ahLst/>
            <a:cxnLst/>
            <a:rect l="l" t="t" r="r" b="b"/>
            <a:pathLst>
              <a:path w="6080760" h="6084855" extrusionOk="0">
                <a:moveTo>
                  <a:pt x="2394783" y="0"/>
                </a:moveTo>
                <a:lnTo>
                  <a:pt x="3872619" y="0"/>
                </a:lnTo>
                <a:lnTo>
                  <a:pt x="4065568" y="49612"/>
                </a:lnTo>
                <a:cubicBezTo>
                  <a:pt x="4942564" y="322387"/>
                  <a:pt x="5654401" y="970025"/>
                  <a:pt x="6013655" y="1805104"/>
                </a:cubicBezTo>
                <a:lnTo>
                  <a:pt x="6080760" y="1980033"/>
                </a:lnTo>
                <a:lnTo>
                  <a:pt x="6080760" y="4099313"/>
                </a:lnTo>
                <a:lnTo>
                  <a:pt x="6021140" y="4262206"/>
                </a:lnTo>
                <a:cubicBezTo>
                  <a:pt x="5664348" y="5105755"/>
                  <a:pt x="4948697" y="5760562"/>
                  <a:pt x="4065568" y="6035244"/>
                </a:cubicBezTo>
                <a:lnTo>
                  <a:pt x="3882178" y="6084855"/>
                </a:lnTo>
                <a:lnTo>
                  <a:pt x="2394778" y="6084855"/>
                </a:lnTo>
                <a:lnTo>
                  <a:pt x="2201834" y="6035244"/>
                </a:lnTo>
                <a:cubicBezTo>
                  <a:pt x="926204" y="5638482"/>
                  <a:pt x="0" y="4448618"/>
                  <a:pt x="0" y="3042428"/>
                </a:cubicBezTo>
                <a:cubicBezTo>
                  <a:pt x="0" y="1636239"/>
                  <a:pt x="926204" y="446375"/>
                  <a:pt x="2201834" y="49612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34175" tIns="34175" rIns="34175" bIns="341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99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" name="Google Shape;21;p26"/>
          <p:cNvSpPr txBox="1">
            <a:spLocks noGrp="1"/>
          </p:cNvSpPr>
          <p:nvPr>
            <p:ph type="body" idx="2"/>
          </p:nvPr>
        </p:nvSpPr>
        <p:spPr>
          <a:xfrm>
            <a:off x="357481" y="6304778"/>
            <a:ext cx="393236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8"/>
              </a:spcBef>
              <a:spcAft>
                <a:spcPts val="0"/>
              </a:spcAft>
              <a:buSzPts val="2400"/>
              <a:buNone/>
              <a:defRPr sz="1519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L="914400" lvl="1" indent="-228600" algn="l">
              <a:lnSpc>
                <a:spcPct val="100000"/>
              </a:lnSpc>
              <a:spcBef>
                <a:spcPts val="304"/>
              </a:spcBef>
              <a:spcAft>
                <a:spcPts val="0"/>
              </a:spcAft>
              <a:buSzPts val="22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304"/>
              </a:spcBef>
              <a:spcAft>
                <a:spcPts val="0"/>
              </a:spcAft>
              <a:buSzPts val="22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304"/>
              </a:spcBef>
              <a:spcAft>
                <a:spcPts val="0"/>
              </a:spcAft>
              <a:buSzPts val="1519"/>
              <a:buNone/>
              <a:defRPr/>
            </a:lvl4pPr>
            <a:lvl5pPr marL="2286000" lvl="4" indent="-228600" algn="l">
              <a:spcBef>
                <a:spcPts val="456"/>
              </a:spcBef>
              <a:spcAft>
                <a:spcPts val="0"/>
              </a:spcAft>
              <a:buClr>
                <a:schemeClr val="dk1"/>
              </a:buClr>
              <a:buSzPts val="2279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Google Shape;22;p26"/>
          <p:cNvSpPr>
            <a:spLocks noGrp="1"/>
          </p:cNvSpPr>
          <p:nvPr>
            <p:ph type="pic" idx="3"/>
          </p:nvPr>
        </p:nvSpPr>
        <p:spPr>
          <a:xfrm>
            <a:off x="6067374" y="340639"/>
            <a:ext cx="5807245" cy="5824934"/>
          </a:xfrm>
          <a:prstGeom prst="rect">
            <a:avLst/>
          </a:prstGeom>
          <a:noFill/>
          <a:ln>
            <a:noFill/>
          </a:ln>
        </p:spPr>
      </p:sp>
      <p:sp>
        <p:nvSpPr>
          <p:cNvPr id="23" name="Google Shape;23;p26"/>
          <p:cNvSpPr txBox="1">
            <a:spLocks noGrp="1"/>
          </p:cNvSpPr>
          <p:nvPr>
            <p:ph type="body" idx="4"/>
          </p:nvPr>
        </p:nvSpPr>
        <p:spPr>
          <a:xfrm>
            <a:off x="886252" y="892293"/>
            <a:ext cx="4251902" cy="4295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8"/>
              </a:spcBef>
              <a:spcAft>
                <a:spcPts val="0"/>
              </a:spcAft>
              <a:buSzPts val="2400"/>
              <a:buNone/>
              <a:defRPr sz="1519" b="0" i="0">
                <a:solidFill>
                  <a:schemeClr val="dk2"/>
                </a:solidFill>
              </a:defRPr>
            </a:lvl1pPr>
            <a:lvl2pPr marL="914400" lvl="1" indent="-3683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200"/>
              <a:buChar char="-"/>
              <a:defRPr/>
            </a:lvl2pPr>
            <a:lvl3pPr marL="1371600" lvl="2" indent="-3683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200"/>
              <a:buChar char="8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-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520918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75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losing Slide">
  <p:cSld name="Closing Slide">
    <p:bg>
      <p:bgPr>
        <a:solidFill>
          <a:schemeClr val="accent3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3"/>
          <p:cNvSpPr txBox="1">
            <a:spLocks noGrp="1"/>
          </p:cNvSpPr>
          <p:nvPr>
            <p:ph type="ctrTitle"/>
          </p:nvPr>
        </p:nvSpPr>
        <p:spPr>
          <a:xfrm>
            <a:off x="3799258" y="2952883"/>
            <a:ext cx="4556067" cy="589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96"/>
              <a:buFont typeface="Roboto Slab"/>
              <a:buNone/>
              <a:defRPr sz="5696" b="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37" name="Google Shape;37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198824" y="5907150"/>
            <a:ext cx="1794353" cy="3220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932180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75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with a slidebar option">
  <p:cSld name="Title with a slidebar option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6"/>
          <p:cNvSpPr/>
          <p:nvPr/>
        </p:nvSpPr>
        <p:spPr>
          <a:xfrm>
            <a:off x="11368226" y="6363470"/>
            <a:ext cx="467314" cy="148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39" b="0">
                <a:solidFill>
                  <a:srgbClr val="080808"/>
                </a:solidFill>
                <a:latin typeface="Roboto Slab"/>
                <a:ea typeface="Roboto Slab"/>
                <a:cs typeface="Roboto Slab"/>
                <a:sym typeface="Roboto Slab"/>
              </a:rPr>
              <a:t>‹#›</a:t>
            </a:fld>
            <a:endParaRPr sz="1139" b="0">
              <a:solidFill>
                <a:srgbClr val="080808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cxnSp>
        <p:nvCxnSpPr>
          <p:cNvPr id="54" name="Google Shape;54;p36"/>
          <p:cNvCxnSpPr/>
          <p:nvPr/>
        </p:nvCxnSpPr>
        <p:spPr>
          <a:xfrm>
            <a:off x="2117661" y="6252279"/>
            <a:ext cx="9717878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55" name="Google Shape;55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117661" y="6363469"/>
            <a:ext cx="1264628" cy="217044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36"/>
          <p:cNvSpPr txBox="1">
            <a:spLocks noGrp="1"/>
          </p:cNvSpPr>
          <p:nvPr>
            <p:ph type="title"/>
          </p:nvPr>
        </p:nvSpPr>
        <p:spPr>
          <a:xfrm>
            <a:off x="2117661" y="538394"/>
            <a:ext cx="6722515" cy="413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7200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cxnSp>
        <p:nvCxnSpPr>
          <p:cNvPr id="57" name="Google Shape;57;p36"/>
          <p:cNvCxnSpPr/>
          <p:nvPr/>
        </p:nvCxnSpPr>
        <p:spPr>
          <a:xfrm>
            <a:off x="2117661" y="440320"/>
            <a:ext cx="9717878" cy="0"/>
          </a:xfrm>
          <a:prstGeom prst="straightConnector1">
            <a:avLst/>
          </a:prstGeom>
          <a:noFill/>
          <a:ln w="666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7044318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05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ata Left">
  <p:cSld name="Data Lef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7"/>
          <p:cNvSpPr/>
          <p:nvPr/>
        </p:nvSpPr>
        <p:spPr>
          <a:xfrm>
            <a:off x="0" y="0"/>
            <a:ext cx="454712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spcFirstLastPara="1" wrap="square" lIns="34175" tIns="34175" rIns="34175" bIns="341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99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" name="Google Shape;60;p37"/>
          <p:cNvSpPr/>
          <p:nvPr/>
        </p:nvSpPr>
        <p:spPr>
          <a:xfrm>
            <a:off x="11368226" y="6363470"/>
            <a:ext cx="467314" cy="148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39" b="0">
                <a:solidFill>
                  <a:srgbClr val="080808"/>
                </a:solidFill>
                <a:latin typeface="Roboto Slab"/>
                <a:ea typeface="Roboto Slab"/>
                <a:cs typeface="Roboto Slab"/>
                <a:sym typeface="Roboto Slab"/>
              </a:rPr>
              <a:t>‹#›</a:t>
            </a:fld>
            <a:endParaRPr sz="1139" b="0">
              <a:solidFill>
                <a:srgbClr val="080808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cxnSp>
        <p:nvCxnSpPr>
          <p:cNvPr id="61" name="Google Shape;61;p37"/>
          <p:cNvCxnSpPr/>
          <p:nvPr/>
        </p:nvCxnSpPr>
        <p:spPr>
          <a:xfrm>
            <a:off x="4920099" y="6252279"/>
            <a:ext cx="691544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62" name="Google Shape;62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920099" y="6363469"/>
            <a:ext cx="1264628" cy="217044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37"/>
          <p:cNvSpPr txBox="1">
            <a:spLocks noGrp="1"/>
          </p:cNvSpPr>
          <p:nvPr>
            <p:ph type="title"/>
          </p:nvPr>
        </p:nvSpPr>
        <p:spPr>
          <a:xfrm>
            <a:off x="4920099" y="538394"/>
            <a:ext cx="6722515" cy="413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7200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cxnSp>
        <p:nvCxnSpPr>
          <p:cNvPr id="64" name="Google Shape;64;p37"/>
          <p:cNvCxnSpPr/>
          <p:nvPr/>
        </p:nvCxnSpPr>
        <p:spPr>
          <a:xfrm>
            <a:off x="4920099" y="432880"/>
            <a:ext cx="6915440" cy="7441"/>
          </a:xfrm>
          <a:prstGeom prst="straightConnector1">
            <a:avLst/>
          </a:prstGeom>
          <a:noFill/>
          <a:ln w="666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370008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ata Right">
  <p:cSld name="Data Righ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3" name="Google Shape;73;p39"/>
          <p:cNvCxnSpPr/>
          <p:nvPr/>
        </p:nvCxnSpPr>
        <p:spPr>
          <a:xfrm>
            <a:off x="356461" y="432879"/>
            <a:ext cx="5878547" cy="0"/>
          </a:xfrm>
          <a:prstGeom prst="straightConnector1">
            <a:avLst/>
          </a:prstGeom>
          <a:noFill/>
          <a:ln w="666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4" name="Google Shape;74;p39"/>
          <p:cNvSpPr/>
          <p:nvPr/>
        </p:nvSpPr>
        <p:spPr>
          <a:xfrm>
            <a:off x="6563333" y="0"/>
            <a:ext cx="5628667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spcFirstLastPara="1" wrap="square" lIns="34175" tIns="34175" rIns="34175" bIns="341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99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" name="Google Shape;75;p39"/>
          <p:cNvSpPr/>
          <p:nvPr/>
        </p:nvSpPr>
        <p:spPr>
          <a:xfrm>
            <a:off x="5728232" y="6363470"/>
            <a:ext cx="467314" cy="148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39" b="0">
                <a:solidFill>
                  <a:srgbClr val="080808"/>
                </a:solidFill>
                <a:latin typeface="Roboto Slab"/>
                <a:ea typeface="Roboto Slab"/>
                <a:cs typeface="Roboto Slab"/>
                <a:sym typeface="Roboto Slab"/>
              </a:rPr>
              <a:t>‹#›</a:t>
            </a:fld>
            <a:endParaRPr sz="1139" b="0">
              <a:solidFill>
                <a:srgbClr val="080808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cxnSp>
        <p:nvCxnSpPr>
          <p:cNvPr id="76" name="Google Shape;76;p39"/>
          <p:cNvCxnSpPr/>
          <p:nvPr/>
        </p:nvCxnSpPr>
        <p:spPr>
          <a:xfrm>
            <a:off x="372974" y="6252279"/>
            <a:ext cx="5822572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77" name="Google Shape;77;p3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2974" y="6363469"/>
            <a:ext cx="1264628" cy="217044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39"/>
          <p:cNvSpPr txBox="1">
            <a:spLocks noGrp="1"/>
          </p:cNvSpPr>
          <p:nvPr>
            <p:ph type="title"/>
          </p:nvPr>
        </p:nvSpPr>
        <p:spPr>
          <a:xfrm>
            <a:off x="353243" y="538394"/>
            <a:ext cx="5862034" cy="413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7200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845286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Highlight Area Right">
  <p:cSld name="Highlight Area Righ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0"/>
          <p:cNvSpPr/>
          <p:nvPr/>
        </p:nvSpPr>
        <p:spPr>
          <a:xfrm>
            <a:off x="6563333" y="0"/>
            <a:ext cx="5628667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34175" tIns="34175" rIns="34175" bIns="341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99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" name="Google Shape;81;p40"/>
          <p:cNvSpPr/>
          <p:nvPr/>
        </p:nvSpPr>
        <p:spPr>
          <a:xfrm>
            <a:off x="5728232" y="6363470"/>
            <a:ext cx="467314" cy="148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39" b="0">
                <a:solidFill>
                  <a:srgbClr val="080808"/>
                </a:solidFill>
                <a:latin typeface="Roboto Slab"/>
                <a:ea typeface="Roboto Slab"/>
                <a:cs typeface="Roboto Slab"/>
                <a:sym typeface="Roboto Slab"/>
              </a:rPr>
              <a:t>‹#›</a:t>
            </a:fld>
            <a:endParaRPr sz="1139" b="0">
              <a:solidFill>
                <a:srgbClr val="080808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cxnSp>
        <p:nvCxnSpPr>
          <p:cNvPr id="82" name="Google Shape;82;p40"/>
          <p:cNvCxnSpPr/>
          <p:nvPr/>
        </p:nvCxnSpPr>
        <p:spPr>
          <a:xfrm>
            <a:off x="372974" y="6252279"/>
            <a:ext cx="5822572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83" name="Google Shape;83;p4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2974" y="6363469"/>
            <a:ext cx="1264628" cy="217044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40"/>
          <p:cNvSpPr txBox="1">
            <a:spLocks noGrp="1"/>
          </p:cNvSpPr>
          <p:nvPr>
            <p:ph type="title"/>
          </p:nvPr>
        </p:nvSpPr>
        <p:spPr>
          <a:xfrm>
            <a:off x="356461" y="538394"/>
            <a:ext cx="5862034" cy="413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7200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cxnSp>
        <p:nvCxnSpPr>
          <p:cNvPr id="85" name="Google Shape;85;p40"/>
          <p:cNvCxnSpPr/>
          <p:nvPr/>
        </p:nvCxnSpPr>
        <p:spPr>
          <a:xfrm>
            <a:off x="372974" y="432879"/>
            <a:ext cx="5862034" cy="0"/>
          </a:xfrm>
          <a:prstGeom prst="straightConnector1">
            <a:avLst/>
          </a:prstGeom>
          <a:noFill/>
          <a:ln w="666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6" name="Google Shape;86;p40"/>
          <p:cNvCxnSpPr/>
          <p:nvPr/>
        </p:nvCxnSpPr>
        <p:spPr>
          <a:xfrm>
            <a:off x="356461" y="432879"/>
            <a:ext cx="5878547" cy="0"/>
          </a:xfrm>
          <a:prstGeom prst="straightConnector1">
            <a:avLst/>
          </a:prstGeom>
          <a:noFill/>
          <a:ln w="666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993258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Full Page Photo">
  <p:cSld name="Full Page Photo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1"/>
          <p:cNvSpPr>
            <a:spLocks noGrp="1"/>
          </p:cNvSpPr>
          <p:nvPr>
            <p:ph type="pic" idx="2"/>
          </p:nvPr>
        </p:nvSpPr>
        <p:spPr>
          <a:xfrm>
            <a:off x="452924" y="408560"/>
            <a:ext cx="11286153" cy="6100454"/>
          </a:xfrm>
          <a:prstGeom prst="rect">
            <a:avLst/>
          </a:prstGeom>
          <a:noFill/>
          <a:ln>
            <a:noFill/>
          </a:ln>
        </p:spPr>
      </p:sp>
      <p:sp>
        <p:nvSpPr>
          <p:cNvPr id="89" name="Google Shape;89;p41"/>
          <p:cNvSpPr txBox="1">
            <a:spLocks noGrp="1"/>
          </p:cNvSpPr>
          <p:nvPr>
            <p:ph type="title"/>
          </p:nvPr>
        </p:nvSpPr>
        <p:spPr>
          <a:xfrm>
            <a:off x="749371" y="699913"/>
            <a:ext cx="5819868" cy="3918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7200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18"/>
              <a:buFont typeface="Roboto Slab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cxnSp>
        <p:nvCxnSpPr>
          <p:cNvPr id="90" name="Google Shape;90;p41"/>
          <p:cNvCxnSpPr/>
          <p:nvPr/>
        </p:nvCxnSpPr>
        <p:spPr>
          <a:xfrm>
            <a:off x="452924" y="432879"/>
            <a:ext cx="11286153" cy="0"/>
          </a:xfrm>
          <a:prstGeom prst="straightConnector1">
            <a:avLst/>
          </a:prstGeom>
          <a:noFill/>
          <a:ln w="666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678206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ote with Full Slide BG">
  <p:cSld name="Quote with Full Slide BG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2"/>
          <p:cNvSpPr txBox="1">
            <a:spLocks noGrp="1"/>
          </p:cNvSpPr>
          <p:nvPr>
            <p:ph type="ctrTitle"/>
          </p:nvPr>
        </p:nvSpPr>
        <p:spPr>
          <a:xfrm>
            <a:off x="172305" y="175390"/>
            <a:ext cx="11847391" cy="6507219"/>
          </a:xfrm>
          <a:prstGeom prst="rect">
            <a:avLst/>
          </a:prstGeom>
          <a:solidFill>
            <a:schemeClr val="accent3">
              <a:alpha val="66666"/>
            </a:schemeClr>
          </a:solidFill>
          <a:ln>
            <a:noFill/>
          </a:ln>
        </p:spPr>
        <p:txBody>
          <a:bodyPr spcFirstLastPara="1" wrap="square" lIns="1920225" tIns="182875" rIns="1920225" bIns="1828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38"/>
              <a:buFont typeface="Roboto Slab"/>
              <a:buNone/>
              <a:defRPr sz="3038" b="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3" name="Google Shape;93;p42"/>
          <p:cNvSpPr txBox="1">
            <a:spLocks noGrp="1"/>
          </p:cNvSpPr>
          <p:nvPr>
            <p:ph type="subTitle" idx="1"/>
          </p:nvPr>
        </p:nvSpPr>
        <p:spPr>
          <a:xfrm>
            <a:off x="0" y="5296760"/>
            <a:ext cx="12192000" cy="741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84"/>
              </a:spcBef>
              <a:spcAft>
                <a:spcPts val="0"/>
              </a:spcAft>
              <a:buSzPts val="2400"/>
              <a:buNone/>
              <a:defRPr sz="1709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2200"/>
              <a:buNone/>
              <a:defRPr sz="1899"/>
            </a:lvl2pPr>
            <a:lvl3pPr lvl="2" algn="ctr">
              <a:lnSpc>
                <a:spcPct val="100000"/>
              </a:lnSpc>
              <a:spcBef>
                <a:spcPts val="342"/>
              </a:spcBef>
              <a:spcAft>
                <a:spcPts val="0"/>
              </a:spcAft>
              <a:buSzPts val="2200"/>
              <a:buNone/>
              <a:defRPr sz="1709"/>
            </a:lvl3pPr>
            <a:lvl4pPr lvl="3" algn="ctr">
              <a:lnSpc>
                <a:spcPct val="100000"/>
              </a:lnSpc>
              <a:spcBef>
                <a:spcPts val="304"/>
              </a:spcBef>
              <a:spcAft>
                <a:spcPts val="0"/>
              </a:spcAft>
              <a:buSzPts val="1519"/>
              <a:buNone/>
              <a:defRPr sz="1519"/>
            </a:lvl4pPr>
            <a:lvl5pPr lvl="4" algn="ctr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ts val="1519"/>
              <a:buNone/>
              <a:defRPr sz="1519"/>
            </a:lvl5pPr>
            <a:lvl6pPr lvl="5" algn="ctr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ts val="1519"/>
              <a:buNone/>
              <a:defRPr sz="1519"/>
            </a:lvl6pPr>
            <a:lvl7pPr lvl="6" algn="ctr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ts val="1519"/>
              <a:buNone/>
              <a:defRPr sz="1519"/>
            </a:lvl7pPr>
            <a:lvl8pPr lvl="7" algn="ctr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ts val="1519"/>
              <a:buNone/>
              <a:defRPr sz="1519"/>
            </a:lvl8pPr>
            <a:lvl9pPr lvl="8" algn="ctr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ts val="1519"/>
              <a:buNone/>
              <a:defRPr sz="1519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4" name="Google Shape;94;p4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841288" h="7223125" extrusionOk="0">
                <a:moveTo>
                  <a:pt x="181479" y="184729"/>
                </a:moveTo>
                <a:lnTo>
                  <a:pt x="181479" y="7038397"/>
                </a:lnTo>
                <a:lnTo>
                  <a:pt x="12659806" y="7038397"/>
                </a:lnTo>
                <a:lnTo>
                  <a:pt x="12659806" y="184729"/>
                </a:lnTo>
                <a:close/>
                <a:moveTo>
                  <a:pt x="0" y="0"/>
                </a:moveTo>
                <a:lnTo>
                  <a:pt x="12841288" y="0"/>
                </a:lnTo>
                <a:lnTo>
                  <a:pt x="12841288" y="7223125"/>
                </a:lnTo>
                <a:lnTo>
                  <a:pt x="0" y="7223125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34175" tIns="34175" rIns="34175" bIns="341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99" b="1">
              <a:solidFill>
                <a:schemeClr val="dk2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  <p:extLst>
      <p:ext uri="{BB962C8B-B14F-4D97-AF65-F5344CB8AC3E}">
        <p14:creationId xmlns:p14="http://schemas.microsoft.com/office/powerpoint/2010/main" val="2938779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ote Slide Solid Background">
  <p:cSld name="Quote Slide Solid Background">
    <p:bg>
      <p:bgPr>
        <a:solidFill>
          <a:schemeClr val="accent3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3"/>
          <p:cNvSpPr txBox="1">
            <a:spLocks noGrp="1"/>
          </p:cNvSpPr>
          <p:nvPr>
            <p:ph type="ctrTitle"/>
          </p:nvPr>
        </p:nvSpPr>
        <p:spPr>
          <a:xfrm>
            <a:off x="0" y="1634537"/>
            <a:ext cx="12192000" cy="3588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20225" tIns="45700" rIns="19202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367"/>
              <a:buFont typeface="Roboto Slab"/>
              <a:buNone/>
              <a:defRPr sz="4367" b="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97" name="Google Shape;97;p43"/>
          <p:cNvGrpSpPr/>
          <p:nvPr/>
        </p:nvGrpSpPr>
        <p:grpSpPr>
          <a:xfrm>
            <a:off x="1489823" y="1921864"/>
            <a:ext cx="1479205" cy="1154271"/>
            <a:chOff x="1422137" y="1993089"/>
            <a:chExt cx="1200306" cy="936625"/>
          </a:xfrm>
        </p:grpSpPr>
        <p:grpSp>
          <p:nvGrpSpPr>
            <p:cNvPr id="98" name="Google Shape;98;p43"/>
            <p:cNvGrpSpPr/>
            <p:nvPr/>
          </p:nvGrpSpPr>
          <p:grpSpPr>
            <a:xfrm>
              <a:off x="1422137" y="1993089"/>
              <a:ext cx="554038" cy="936625"/>
              <a:chOff x="610" y="948"/>
              <a:chExt cx="349" cy="590"/>
            </a:xfrm>
          </p:grpSpPr>
          <p:sp>
            <p:nvSpPr>
              <p:cNvPr id="99" name="Google Shape;99;p43"/>
              <p:cNvSpPr/>
              <p:nvPr/>
            </p:nvSpPr>
            <p:spPr>
              <a:xfrm>
                <a:off x="610" y="950"/>
                <a:ext cx="347" cy="5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709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00" name="Google Shape;100;p43"/>
              <p:cNvSpPr/>
              <p:nvPr/>
            </p:nvSpPr>
            <p:spPr>
              <a:xfrm>
                <a:off x="612" y="948"/>
                <a:ext cx="347" cy="588"/>
              </a:xfrm>
              <a:custGeom>
                <a:avLst/>
                <a:gdLst/>
                <a:ahLst/>
                <a:cxnLst/>
                <a:rect l="l" t="t" r="r" b="b"/>
                <a:pathLst>
                  <a:path w="144" h="246" extrusionOk="0">
                    <a:moveTo>
                      <a:pt x="75" y="0"/>
                    </a:moveTo>
                    <a:cubicBezTo>
                      <a:pt x="94" y="14"/>
                      <a:pt x="94" y="14"/>
                      <a:pt x="94" y="14"/>
                    </a:cubicBezTo>
                    <a:cubicBezTo>
                      <a:pt x="41" y="85"/>
                      <a:pt x="41" y="85"/>
                      <a:pt x="41" y="85"/>
                    </a:cubicBezTo>
                    <a:cubicBezTo>
                      <a:pt x="31" y="97"/>
                      <a:pt x="24" y="110"/>
                      <a:pt x="24" y="126"/>
                    </a:cubicBezTo>
                    <a:cubicBezTo>
                      <a:pt x="24" y="222"/>
                      <a:pt x="24" y="222"/>
                      <a:pt x="24" y="222"/>
                    </a:cubicBezTo>
                    <a:cubicBezTo>
                      <a:pt x="120" y="222"/>
                      <a:pt x="120" y="222"/>
                      <a:pt x="120" y="222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60" y="138"/>
                      <a:pt x="60" y="138"/>
                      <a:pt x="60" y="138"/>
                    </a:cubicBezTo>
                    <a:cubicBezTo>
                      <a:pt x="60" y="114"/>
                      <a:pt x="60" y="114"/>
                      <a:pt x="60" y="114"/>
                    </a:cubicBezTo>
                    <a:cubicBezTo>
                      <a:pt x="120" y="114"/>
                      <a:pt x="120" y="114"/>
                      <a:pt x="120" y="114"/>
                    </a:cubicBezTo>
                    <a:cubicBezTo>
                      <a:pt x="133" y="114"/>
                      <a:pt x="144" y="125"/>
                      <a:pt x="144" y="138"/>
                    </a:cubicBezTo>
                    <a:cubicBezTo>
                      <a:pt x="144" y="222"/>
                      <a:pt x="144" y="222"/>
                      <a:pt x="144" y="222"/>
                    </a:cubicBezTo>
                    <a:cubicBezTo>
                      <a:pt x="144" y="235"/>
                      <a:pt x="133" y="246"/>
                      <a:pt x="120" y="246"/>
                    </a:cubicBezTo>
                    <a:cubicBezTo>
                      <a:pt x="20" y="246"/>
                      <a:pt x="20" y="246"/>
                      <a:pt x="20" y="246"/>
                    </a:cubicBezTo>
                    <a:cubicBezTo>
                      <a:pt x="7" y="246"/>
                      <a:pt x="0" y="235"/>
                      <a:pt x="0" y="222"/>
                    </a:cubicBezTo>
                    <a:cubicBezTo>
                      <a:pt x="0" y="126"/>
                      <a:pt x="0" y="126"/>
                      <a:pt x="0" y="126"/>
                    </a:cubicBezTo>
                    <a:cubicBezTo>
                      <a:pt x="0" y="105"/>
                      <a:pt x="9" y="86"/>
                      <a:pt x="22" y="70"/>
                    </a:cubicBezTo>
                    <a:lnTo>
                      <a:pt x="75" y="0"/>
                    </a:lnTo>
                    <a:close/>
                  </a:path>
                </a:pathLst>
              </a:custGeom>
              <a:solidFill>
                <a:schemeClr val="dk2">
                  <a:alpha val="4196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709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101" name="Google Shape;101;p43"/>
            <p:cNvGrpSpPr/>
            <p:nvPr/>
          </p:nvGrpSpPr>
          <p:grpSpPr>
            <a:xfrm>
              <a:off x="2068405" y="1993089"/>
              <a:ext cx="554038" cy="936625"/>
              <a:chOff x="610" y="948"/>
              <a:chExt cx="349" cy="590"/>
            </a:xfrm>
          </p:grpSpPr>
          <p:sp>
            <p:nvSpPr>
              <p:cNvPr id="102" name="Google Shape;102;p43"/>
              <p:cNvSpPr/>
              <p:nvPr/>
            </p:nvSpPr>
            <p:spPr>
              <a:xfrm>
                <a:off x="610" y="950"/>
                <a:ext cx="347" cy="5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709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03" name="Google Shape;103;p43"/>
              <p:cNvSpPr/>
              <p:nvPr/>
            </p:nvSpPr>
            <p:spPr>
              <a:xfrm>
                <a:off x="612" y="948"/>
                <a:ext cx="347" cy="588"/>
              </a:xfrm>
              <a:custGeom>
                <a:avLst/>
                <a:gdLst/>
                <a:ahLst/>
                <a:cxnLst/>
                <a:rect l="l" t="t" r="r" b="b"/>
                <a:pathLst>
                  <a:path w="144" h="246" extrusionOk="0">
                    <a:moveTo>
                      <a:pt x="75" y="0"/>
                    </a:moveTo>
                    <a:cubicBezTo>
                      <a:pt x="94" y="14"/>
                      <a:pt x="94" y="14"/>
                      <a:pt x="94" y="14"/>
                    </a:cubicBezTo>
                    <a:cubicBezTo>
                      <a:pt x="41" y="85"/>
                      <a:pt x="41" y="85"/>
                      <a:pt x="41" y="85"/>
                    </a:cubicBezTo>
                    <a:cubicBezTo>
                      <a:pt x="31" y="97"/>
                      <a:pt x="24" y="110"/>
                      <a:pt x="24" y="126"/>
                    </a:cubicBezTo>
                    <a:cubicBezTo>
                      <a:pt x="24" y="222"/>
                      <a:pt x="24" y="222"/>
                      <a:pt x="24" y="222"/>
                    </a:cubicBezTo>
                    <a:cubicBezTo>
                      <a:pt x="120" y="222"/>
                      <a:pt x="120" y="222"/>
                      <a:pt x="120" y="222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60" y="138"/>
                      <a:pt x="60" y="138"/>
                      <a:pt x="60" y="138"/>
                    </a:cubicBezTo>
                    <a:cubicBezTo>
                      <a:pt x="60" y="114"/>
                      <a:pt x="60" y="114"/>
                      <a:pt x="60" y="114"/>
                    </a:cubicBezTo>
                    <a:cubicBezTo>
                      <a:pt x="120" y="114"/>
                      <a:pt x="120" y="114"/>
                      <a:pt x="120" y="114"/>
                    </a:cubicBezTo>
                    <a:cubicBezTo>
                      <a:pt x="133" y="114"/>
                      <a:pt x="144" y="125"/>
                      <a:pt x="144" y="138"/>
                    </a:cubicBezTo>
                    <a:cubicBezTo>
                      <a:pt x="144" y="222"/>
                      <a:pt x="144" y="222"/>
                      <a:pt x="144" y="222"/>
                    </a:cubicBezTo>
                    <a:cubicBezTo>
                      <a:pt x="144" y="235"/>
                      <a:pt x="133" y="246"/>
                      <a:pt x="120" y="246"/>
                    </a:cubicBezTo>
                    <a:cubicBezTo>
                      <a:pt x="20" y="246"/>
                      <a:pt x="20" y="246"/>
                      <a:pt x="20" y="246"/>
                    </a:cubicBezTo>
                    <a:cubicBezTo>
                      <a:pt x="7" y="246"/>
                      <a:pt x="0" y="235"/>
                      <a:pt x="0" y="222"/>
                    </a:cubicBezTo>
                    <a:cubicBezTo>
                      <a:pt x="0" y="126"/>
                      <a:pt x="0" y="126"/>
                      <a:pt x="0" y="126"/>
                    </a:cubicBezTo>
                    <a:cubicBezTo>
                      <a:pt x="0" y="105"/>
                      <a:pt x="9" y="86"/>
                      <a:pt x="22" y="70"/>
                    </a:cubicBezTo>
                    <a:lnTo>
                      <a:pt x="75" y="0"/>
                    </a:lnTo>
                    <a:close/>
                  </a:path>
                </a:pathLst>
              </a:custGeom>
              <a:solidFill>
                <a:schemeClr val="dk2">
                  <a:alpha val="22745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709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104" name="Google Shape;104;p43"/>
          <p:cNvGrpSpPr/>
          <p:nvPr/>
        </p:nvGrpSpPr>
        <p:grpSpPr>
          <a:xfrm rot="10800000">
            <a:off x="9222910" y="2048551"/>
            <a:ext cx="1479205" cy="1154271"/>
            <a:chOff x="1422137" y="1993089"/>
            <a:chExt cx="1200306" cy="936625"/>
          </a:xfrm>
        </p:grpSpPr>
        <p:grpSp>
          <p:nvGrpSpPr>
            <p:cNvPr id="105" name="Google Shape;105;p43"/>
            <p:cNvGrpSpPr/>
            <p:nvPr/>
          </p:nvGrpSpPr>
          <p:grpSpPr>
            <a:xfrm>
              <a:off x="1422137" y="1993089"/>
              <a:ext cx="554038" cy="936625"/>
              <a:chOff x="610" y="948"/>
              <a:chExt cx="349" cy="590"/>
            </a:xfrm>
          </p:grpSpPr>
          <p:sp>
            <p:nvSpPr>
              <p:cNvPr id="106" name="Google Shape;106;p43"/>
              <p:cNvSpPr/>
              <p:nvPr/>
            </p:nvSpPr>
            <p:spPr>
              <a:xfrm>
                <a:off x="610" y="950"/>
                <a:ext cx="347" cy="5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709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07" name="Google Shape;107;p43"/>
              <p:cNvSpPr/>
              <p:nvPr/>
            </p:nvSpPr>
            <p:spPr>
              <a:xfrm>
                <a:off x="612" y="948"/>
                <a:ext cx="347" cy="588"/>
              </a:xfrm>
              <a:custGeom>
                <a:avLst/>
                <a:gdLst/>
                <a:ahLst/>
                <a:cxnLst/>
                <a:rect l="l" t="t" r="r" b="b"/>
                <a:pathLst>
                  <a:path w="144" h="246" extrusionOk="0">
                    <a:moveTo>
                      <a:pt x="75" y="0"/>
                    </a:moveTo>
                    <a:cubicBezTo>
                      <a:pt x="94" y="14"/>
                      <a:pt x="94" y="14"/>
                      <a:pt x="94" y="14"/>
                    </a:cubicBezTo>
                    <a:cubicBezTo>
                      <a:pt x="41" y="85"/>
                      <a:pt x="41" y="85"/>
                      <a:pt x="41" y="85"/>
                    </a:cubicBezTo>
                    <a:cubicBezTo>
                      <a:pt x="31" y="97"/>
                      <a:pt x="24" y="110"/>
                      <a:pt x="24" y="126"/>
                    </a:cubicBezTo>
                    <a:cubicBezTo>
                      <a:pt x="24" y="222"/>
                      <a:pt x="24" y="222"/>
                      <a:pt x="24" y="222"/>
                    </a:cubicBezTo>
                    <a:cubicBezTo>
                      <a:pt x="120" y="222"/>
                      <a:pt x="120" y="222"/>
                      <a:pt x="120" y="222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60" y="138"/>
                      <a:pt x="60" y="138"/>
                      <a:pt x="60" y="138"/>
                    </a:cubicBezTo>
                    <a:cubicBezTo>
                      <a:pt x="60" y="114"/>
                      <a:pt x="60" y="114"/>
                      <a:pt x="60" y="114"/>
                    </a:cubicBezTo>
                    <a:cubicBezTo>
                      <a:pt x="120" y="114"/>
                      <a:pt x="120" y="114"/>
                      <a:pt x="120" y="114"/>
                    </a:cubicBezTo>
                    <a:cubicBezTo>
                      <a:pt x="133" y="114"/>
                      <a:pt x="144" y="125"/>
                      <a:pt x="144" y="138"/>
                    </a:cubicBezTo>
                    <a:cubicBezTo>
                      <a:pt x="144" y="222"/>
                      <a:pt x="144" y="222"/>
                      <a:pt x="144" y="222"/>
                    </a:cubicBezTo>
                    <a:cubicBezTo>
                      <a:pt x="144" y="235"/>
                      <a:pt x="133" y="246"/>
                      <a:pt x="120" y="246"/>
                    </a:cubicBezTo>
                    <a:cubicBezTo>
                      <a:pt x="20" y="246"/>
                      <a:pt x="20" y="246"/>
                      <a:pt x="20" y="246"/>
                    </a:cubicBezTo>
                    <a:cubicBezTo>
                      <a:pt x="7" y="246"/>
                      <a:pt x="0" y="235"/>
                      <a:pt x="0" y="222"/>
                    </a:cubicBezTo>
                    <a:cubicBezTo>
                      <a:pt x="0" y="126"/>
                      <a:pt x="0" y="126"/>
                      <a:pt x="0" y="126"/>
                    </a:cubicBezTo>
                    <a:cubicBezTo>
                      <a:pt x="0" y="105"/>
                      <a:pt x="9" y="86"/>
                      <a:pt x="22" y="70"/>
                    </a:cubicBezTo>
                    <a:lnTo>
                      <a:pt x="75" y="0"/>
                    </a:lnTo>
                    <a:close/>
                  </a:path>
                </a:pathLst>
              </a:custGeom>
              <a:solidFill>
                <a:schemeClr val="dk2">
                  <a:alpha val="4196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709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108" name="Google Shape;108;p43"/>
            <p:cNvGrpSpPr/>
            <p:nvPr/>
          </p:nvGrpSpPr>
          <p:grpSpPr>
            <a:xfrm>
              <a:off x="2068405" y="1993089"/>
              <a:ext cx="554038" cy="936625"/>
              <a:chOff x="610" y="948"/>
              <a:chExt cx="349" cy="590"/>
            </a:xfrm>
          </p:grpSpPr>
          <p:sp>
            <p:nvSpPr>
              <p:cNvPr id="109" name="Google Shape;109;p43"/>
              <p:cNvSpPr/>
              <p:nvPr/>
            </p:nvSpPr>
            <p:spPr>
              <a:xfrm>
                <a:off x="610" y="950"/>
                <a:ext cx="347" cy="5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709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10" name="Google Shape;110;p43"/>
              <p:cNvSpPr/>
              <p:nvPr/>
            </p:nvSpPr>
            <p:spPr>
              <a:xfrm>
                <a:off x="612" y="948"/>
                <a:ext cx="347" cy="588"/>
              </a:xfrm>
              <a:custGeom>
                <a:avLst/>
                <a:gdLst/>
                <a:ahLst/>
                <a:cxnLst/>
                <a:rect l="l" t="t" r="r" b="b"/>
                <a:pathLst>
                  <a:path w="144" h="246" extrusionOk="0">
                    <a:moveTo>
                      <a:pt x="75" y="0"/>
                    </a:moveTo>
                    <a:cubicBezTo>
                      <a:pt x="94" y="14"/>
                      <a:pt x="94" y="14"/>
                      <a:pt x="94" y="14"/>
                    </a:cubicBezTo>
                    <a:cubicBezTo>
                      <a:pt x="41" y="85"/>
                      <a:pt x="41" y="85"/>
                      <a:pt x="41" y="85"/>
                    </a:cubicBezTo>
                    <a:cubicBezTo>
                      <a:pt x="31" y="97"/>
                      <a:pt x="24" y="110"/>
                      <a:pt x="24" y="126"/>
                    </a:cubicBezTo>
                    <a:cubicBezTo>
                      <a:pt x="24" y="222"/>
                      <a:pt x="24" y="222"/>
                      <a:pt x="24" y="222"/>
                    </a:cubicBezTo>
                    <a:cubicBezTo>
                      <a:pt x="120" y="222"/>
                      <a:pt x="120" y="222"/>
                      <a:pt x="120" y="222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60" y="138"/>
                      <a:pt x="60" y="138"/>
                      <a:pt x="60" y="138"/>
                    </a:cubicBezTo>
                    <a:cubicBezTo>
                      <a:pt x="60" y="114"/>
                      <a:pt x="60" y="114"/>
                      <a:pt x="60" y="114"/>
                    </a:cubicBezTo>
                    <a:cubicBezTo>
                      <a:pt x="120" y="114"/>
                      <a:pt x="120" y="114"/>
                      <a:pt x="120" y="114"/>
                    </a:cubicBezTo>
                    <a:cubicBezTo>
                      <a:pt x="133" y="114"/>
                      <a:pt x="144" y="125"/>
                      <a:pt x="144" y="138"/>
                    </a:cubicBezTo>
                    <a:cubicBezTo>
                      <a:pt x="144" y="222"/>
                      <a:pt x="144" y="222"/>
                      <a:pt x="144" y="222"/>
                    </a:cubicBezTo>
                    <a:cubicBezTo>
                      <a:pt x="144" y="235"/>
                      <a:pt x="133" y="246"/>
                      <a:pt x="120" y="246"/>
                    </a:cubicBezTo>
                    <a:cubicBezTo>
                      <a:pt x="20" y="246"/>
                      <a:pt x="20" y="246"/>
                      <a:pt x="20" y="246"/>
                    </a:cubicBezTo>
                    <a:cubicBezTo>
                      <a:pt x="7" y="246"/>
                      <a:pt x="0" y="235"/>
                      <a:pt x="0" y="222"/>
                    </a:cubicBezTo>
                    <a:cubicBezTo>
                      <a:pt x="0" y="126"/>
                      <a:pt x="0" y="126"/>
                      <a:pt x="0" y="126"/>
                    </a:cubicBezTo>
                    <a:cubicBezTo>
                      <a:pt x="0" y="105"/>
                      <a:pt x="9" y="86"/>
                      <a:pt x="22" y="70"/>
                    </a:cubicBezTo>
                    <a:lnTo>
                      <a:pt x="75" y="0"/>
                    </a:lnTo>
                    <a:close/>
                  </a:path>
                </a:pathLst>
              </a:custGeom>
              <a:solidFill>
                <a:schemeClr val="dk2">
                  <a:alpha val="22745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709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sp>
        <p:nvSpPr>
          <p:cNvPr id="111" name="Google Shape;111;p43"/>
          <p:cNvSpPr txBox="1">
            <a:spLocks noGrp="1"/>
          </p:cNvSpPr>
          <p:nvPr>
            <p:ph type="subTitle" idx="1"/>
          </p:nvPr>
        </p:nvSpPr>
        <p:spPr>
          <a:xfrm>
            <a:off x="0" y="5296760"/>
            <a:ext cx="12192000" cy="741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84"/>
              </a:spcBef>
              <a:spcAft>
                <a:spcPts val="0"/>
              </a:spcAft>
              <a:buSzPts val="2400"/>
              <a:buNone/>
              <a:defRPr sz="1709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2200"/>
              <a:buNone/>
              <a:defRPr sz="1899"/>
            </a:lvl2pPr>
            <a:lvl3pPr lvl="2" algn="ctr">
              <a:lnSpc>
                <a:spcPct val="100000"/>
              </a:lnSpc>
              <a:spcBef>
                <a:spcPts val="342"/>
              </a:spcBef>
              <a:spcAft>
                <a:spcPts val="0"/>
              </a:spcAft>
              <a:buSzPts val="2200"/>
              <a:buNone/>
              <a:defRPr sz="1709"/>
            </a:lvl3pPr>
            <a:lvl4pPr lvl="3" algn="ctr">
              <a:lnSpc>
                <a:spcPct val="100000"/>
              </a:lnSpc>
              <a:spcBef>
                <a:spcPts val="304"/>
              </a:spcBef>
              <a:spcAft>
                <a:spcPts val="0"/>
              </a:spcAft>
              <a:buSzPts val="1519"/>
              <a:buNone/>
              <a:defRPr sz="1519"/>
            </a:lvl4pPr>
            <a:lvl5pPr lvl="4" algn="ctr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ts val="1519"/>
              <a:buNone/>
              <a:defRPr sz="1519"/>
            </a:lvl5pPr>
            <a:lvl6pPr lvl="5" algn="ctr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ts val="1519"/>
              <a:buNone/>
              <a:defRPr sz="1519"/>
            </a:lvl6pPr>
            <a:lvl7pPr lvl="6" algn="ctr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ts val="1519"/>
              <a:buNone/>
              <a:defRPr sz="1519"/>
            </a:lvl7pPr>
            <a:lvl8pPr lvl="7" algn="ctr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ts val="1519"/>
              <a:buNone/>
              <a:defRPr sz="1519"/>
            </a:lvl8pPr>
            <a:lvl9pPr lvl="8" algn="ctr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ts val="1519"/>
              <a:buNone/>
              <a:defRPr sz="1519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2" name="Google Shape;112;p43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841288" h="7223125" extrusionOk="0">
                <a:moveTo>
                  <a:pt x="181479" y="184729"/>
                </a:moveTo>
                <a:lnTo>
                  <a:pt x="181479" y="7038397"/>
                </a:lnTo>
                <a:lnTo>
                  <a:pt x="12659806" y="7038397"/>
                </a:lnTo>
                <a:lnTo>
                  <a:pt x="12659806" y="184729"/>
                </a:lnTo>
                <a:close/>
                <a:moveTo>
                  <a:pt x="0" y="0"/>
                </a:moveTo>
                <a:lnTo>
                  <a:pt x="12841288" y="0"/>
                </a:lnTo>
                <a:lnTo>
                  <a:pt x="12841288" y="7223125"/>
                </a:lnTo>
                <a:lnTo>
                  <a:pt x="0" y="7223125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34175" tIns="34175" rIns="34175" bIns="341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99" b="1">
              <a:solidFill>
                <a:schemeClr val="dk2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  <p:extLst>
      <p:ext uri="{BB962C8B-B14F-4D97-AF65-F5344CB8AC3E}">
        <p14:creationId xmlns:p14="http://schemas.microsoft.com/office/powerpoint/2010/main" val="31935436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lide — 1 Column">
  <p:cSld name="Content Slide — 1 Column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4"/>
          <p:cNvSpPr txBox="1">
            <a:spLocks noGrp="1"/>
          </p:cNvSpPr>
          <p:nvPr>
            <p:ph type="body" idx="1"/>
          </p:nvPr>
        </p:nvSpPr>
        <p:spPr>
          <a:xfrm>
            <a:off x="4773478" y="555810"/>
            <a:ext cx="6960030" cy="5372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28600" rIns="0" bIns="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  <a:defRPr sz="16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683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2200"/>
              <a:buChar char="-"/>
              <a:defRPr sz="1600"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683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2200"/>
              <a:buChar char="8"/>
              <a:defRPr sz="1600"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-"/>
              <a:defRPr sz="1600"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»"/>
              <a:defRPr sz="1600"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5" name="Google Shape;115;p44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fld id="{2455EFFB-2A96-4EBE-88E1-90CBBE33664C}" type="slidenum">
              <a:rPr lang="en-US" smtClean="0"/>
              <a:t>‹#›</a:t>
            </a:fld>
            <a:endParaRPr lang="en-US"/>
          </a:p>
        </p:txBody>
      </p:sp>
      <p:sp>
        <p:nvSpPr>
          <p:cNvPr id="116" name="Google Shape;116;p44"/>
          <p:cNvSpPr txBox="1">
            <a:spLocks noGrp="1"/>
          </p:cNvSpPr>
          <p:nvPr>
            <p:ph type="title"/>
          </p:nvPr>
        </p:nvSpPr>
        <p:spPr>
          <a:xfrm>
            <a:off x="466611" y="555810"/>
            <a:ext cx="3741179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715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99"/>
              <a:buFont typeface="Roboto Slab"/>
              <a:buNone/>
              <a:defRPr sz="3199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7" name="Google Shape;117;p44"/>
          <p:cNvSpPr txBox="1">
            <a:spLocks noGrp="1"/>
          </p:cNvSpPr>
          <p:nvPr>
            <p:ph type="body" idx="2"/>
          </p:nvPr>
        </p:nvSpPr>
        <p:spPr>
          <a:xfrm>
            <a:off x="466726" y="1692275"/>
            <a:ext cx="3741738" cy="723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2860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None/>
              <a:defRPr sz="1600" b="1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L="914400" lvl="1" indent="-3683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200"/>
              <a:buChar char="-"/>
              <a:defRPr/>
            </a:lvl2pPr>
            <a:lvl3pPr marL="1371600" lvl="2" indent="-3683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200"/>
              <a:buChar char="8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-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74190"/>
      </p:ext>
    </p:extLst>
  </p:cSld>
  <p:clrMapOvr>
    <a:masterClrMapping/>
  </p:clrMapOvr>
  <p:transition spd="slow">
    <p:pu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(K12) Title+Body, Highlight L">
  <p:cSld name="(K12) Title+Body, Highlight L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5"/>
          <p:cNvSpPr/>
          <p:nvPr/>
        </p:nvSpPr>
        <p:spPr>
          <a:xfrm>
            <a:off x="0" y="0"/>
            <a:ext cx="4547125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34175" tIns="34175" rIns="34175" bIns="341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99" b="0" i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45"/>
          <p:cNvSpPr/>
          <p:nvPr/>
        </p:nvSpPr>
        <p:spPr>
          <a:xfrm>
            <a:off x="11368226" y="6363470"/>
            <a:ext cx="467314" cy="148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39" b="0" i="0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139" b="0" i="0">
              <a:solidFill>
                <a:srgbClr val="08080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45"/>
          <p:cNvSpPr txBox="1">
            <a:spLocks noGrp="1"/>
          </p:cNvSpPr>
          <p:nvPr>
            <p:ph type="body" idx="1"/>
          </p:nvPr>
        </p:nvSpPr>
        <p:spPr>
          <a:xfrm>
            <a:off x="4920099" y="6351715"/>
            <a:ext cx="6684875" cy="173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56"/>
              </a:spcBef>
              <a:spcAft>
                <a:spcPts val="0"/>
              </a:spcAft>
              <a:buSzPts val="2400"/>
              <a:buNone/>
              <a:defRPr sz="1139" b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00000"/>
              </a:lnSpc>
              <a:spcBef>
                <a:spcPts val="342"/>
              </a:spcBef>
              <a:spcAft>
                <a:spcPts val="0"/>
              </a:spcAft>
              <a:buSzPts val="2200"/>
              <a:buNone/>
              <a:defRPr sz="1709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228600" algn="l">
              <a:lnSpc>
                <a:spcPct val="100000"/>
              </a:lnSpc>
              <a:spcBef>
                <a:spcPts val="342"/>
              </a:spcBef>
              <a:spcAft>
                <a:spcPts val="0"/>
              </a:spcAft>
              <a:buSzPts val="2200"/>
              <a:buNone/>
              <a:defRPr sz="1709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228600" algn="l">
              <a:lnSpc>
                <a:spcPct val="100000"/>
              </a:lnSpc>
              <a:spcBef>
                <a:spcPts val="342"/>
              </a:spcBef>
              <a:spcAft>
                <a:spcPts val="0"/>
              </a:spcAft>
              <a:buSzPts val="1709"/>
              <a:buNone/>
              <a:defRPr sz="1709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228600" algn="l">
              <a:spcBef>
                <a:spcPts val="342"/>
              </a:spcBef>
              <a:spcAft>
                <a:spcPts val="0"/>
              </a:spcAft>
              <a:buClr>
                <a:schemeClr val="lt1"/>
              </a:buClr>
              <a:buSzPts val="1709"/>
              <a:buNone/>
              <a:defRPr sz="1709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2" name="Google Shape;122;p45"/>
          <p:cNvSpPr txBox="1">
            <a:spLocks noGrp="1"/>
          </p:cNvSpPr>
          <p:nvPr>
            <p:ph type="title"/>
          </p:nvPr>
        </p:nvSpPr>
        <p:spPr>
          <a:xfrm>
            <a:off x="4920099" y="434089"/>
            <a:ext cx="6919280" cy="413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3" name="Google Shape;123;p45"/>
          <p:cNvSpPr txBox="1">
            <a:spLocks noGrp="1"/>
          </p:cNvSpPr>
          <p:nvPr>
            <p:ph type="body" idx="2"/>
          </p:nvPr>
        </p:nvSpPr>
        <p:spPr>
          <a:xfrm>
            <a:off x="4920097" y="1228749"/>
            <a:ext cx="6915440" cy="4911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684"/>
              </a:spcBef>
              <a:spcAft>
                <a:spcPts val="0"/>
              </a:spcAft>
              <a:buSzPts val="2400"/>
              <a:buChar char="•"/>
              <a:defRPr b="0" i="0" u="none" strike="noStrike" cap="none"/>
            </a:lvl1pPr>
            <a:lvl2pPr marL="914400" lvl="1" indent="-368300" algn="l">
              <a:lnSpc>
                <a:spcPct val="100000"/>
              </a:lnSpc>
              <a:spcBef>
                <a:spcPts val="304"/>
              </a:spcBef>
              <a:spcAft>
                <a:spcPts val="0"/>
              </a:spcAft>
              <a:buSzPts val="2200"/>
              <a:buChar char="-"/>
              <a:defRPr sz="1519" b="0" i="0"/>
            </a:lvl2pPr>
            <a:lvl3pPr marL="1371600" lvl="2" indent="-368300" algn="l">
              <a:lnSpc>
                <a:spcPct val="100000"/>
              </a:lnSpc>
              <a:spcBef>
                <a:spcPts val="266"/>
              </a:spcBef>
              <a:spcAft>
                <a:spcPts val="0"/>
              </a:spcAft>
              <a:buSzPts val="2200"/>
              <a:buChar char="8"/>
              <a:defRPr sz="1329" b="0" i="0"/>
            </a:lvl3pPr>
            <a:lvl4pPr marL="1828800" lvl="3" indent="-306958" algn="l">
              <a:lnSpc>
                <a:spcPct val="100000"/>
              </a:lnSpc>
              <a:spcBef>
                <a:spcPts val="247"/>
              </a:spcBef>
              <a:spcAft>
                <a:spcPts val="0"/>
              </a:spcAft>
              <a:buSzPts val="1234"/>
              <a:buChar char="-"/>
              <a:defRPr sz="1234" b="0" i="0"/>
            </a:lvl4pPr>
            <a:lvl5pPr marL="2286000" lvl="4" indent="-300926" algn="l">
              <a:spcBef>
                <a:spcPts val="228"/>
              </a:spcBef>
              <a:spcAft>
                <a:spcPts val="0"/>
              </a:spcAft>
              <a:buClr>
                <a:schemeClr val="dk1"/>
              </a:buClr>
              <a:buSzPts val="1139"/>
              <a:buChar char="»"/>
              <a:defRPr sz="1139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704891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79FBE-A593-7BD9-3FCB-8771FF7BF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3DD9A1-B3F0-11F3-2BC3-0F50B0B6CB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610F8-3BB7-57EA-D4EA-6D1D7CC85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C991A-6B2E-4673-B9BA-2AE0AF4BED53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D456F5-DB60-83B8-EF74-2A6ABF937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948D7E-16FE-6652-E02D-E4B249A4E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EFFB-2A96-4EBE-88E1-90CBBE3366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7441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. Statement Slide - No Image,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457200" y="461691"/>
            <a:ext cx="11266715" cy="5667888"/>
          </a:xfrm>
          <a:prstGeom prst="rect">
            <a:avLst/>
          </a:prstGeom>
          <a:solidFill>
            <a:srgbClr val="B4E2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79487" y="2043974"/>
            <a:ext cx="7630887" cy="807383"/>
          </a:xfrm>
          <a:prstGeom prst="rect">
            <a:avLst/>
          </a:prstGeom>
        </p:spPr>
        <p:txBody>
          <a:bodyPr lIns="0" tIns="137160" rIns="0" bIns="0"/>
          <a:lstStyle>
            <a:lvl1pPr algn="ctr">
              <a:defRPr sz="4200" baseline="0">
                <a:solidFill>
                  <a:schemeClr val="tx1"/>
                </a:solidFill>
                <a:latin typeface="Roboto Slab Regular"/>
                <a:cs typeface="Roboto Slab Regular"/>
              </a:defRPr>
            </a:lvl1pPr>
          </a:lstStyle>
          <a:p>
            <a:r>
              <a:rPr lang="en-US"/>
              <a:t>Statement goes here.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87309" y="6193619"/>
            <a:ext cx="2844800" cy="365125"/>
          </a:xfrm>
        </p:spPr>
        <p:txBody>
          <a:bodyPr tIns="0" rIns="0" bIns="0" anchor="b"/>
          <a:lstStyle/>
          <a:p>
            <a:fld id="{E58C0DC8-E089-4D4A-A71C-1ACF76415CE6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2179487" y="1923693"/>
            <a:ext cx="7630887" cy="111985"/>
          </a:xfrm>
          <a:prstGeom prst="rect">
            <a:avLst/>
          </a:prstGeom>
          <a:solidFill>
            <a:srgbClr val="019C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Text Placeholder 16"/>
          <p:cNvSpPr>
            <a:spLocks noGrp="1"/>
          </p:cNvSpPr>
          <p:nvPr>
            <p:ph type="body" sz="quarter" idx="10" hasCustomPrompt="1"/>
          </p:nvPr>
        </p:nvSpPr>
        <p:spPr>
          <a:xfrm>
            <a:off x="2179485" y="2889829"/>
            <a:ext cx="7630888" cy="507831"/>
          </a:xfrm>
          <a:prstGeom prst="rect">
            <a:avLst/>
          </a:prstGeom>
        </p:spPr>
        <p:txBody>
          <a:bodyPr wrap="square" lIns="0" tIns="228600" rIns="0" bIns="0">
            <a:spAutoFit/>
          </a:bodyPr>
          <a:lstStyle>
            <a:lvl1pPr marL="0" indent="0" algn="ctr">
              <a:lnSpc>
                <a:spcPct val="100000"/>
              </a:lnSpc>
              <a:buNone/>
              <a:defRPr sz="1800" b="1" normalizeH="0" baseline="0">
                <a:solidFill>
                  <a:schemeClr val="tx1"/>
                </a:solidFill>
                <a:latin typeface="Roboto Slab" charset="0"/>
                <a:ea typeface="Roboto Slab" charset="0"/>
                <a:cs typeface="Roboto Slab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Subtitle goes here — align top of subtitle box with bottom of title box.</a:t>
            </a:r>
          </a:p>
        </p:txBody>
      </p:sp>
      <p:sp>
        <p:nvSpPr>
          <p:cNvPr id="11" name="Text Placeholder 16"/>
          <p:cNvSpPr>
            <a:spLocks noGrp="1"/>
          </p:cNvSpPr>
          <p:nvPr>
            <p:ph type="body" sz="quarter" idx="13" hasCustomPrompt="1"/>
          </p:nvPr>
        </p:nvSpPr>
        <p:spPr>
          <a:xfrm>
            <a:off x="1077745" y="4073738"/>
            <a:ext cx="10036513" cy="694677"/>
          </a:xfrm>
          <a:prstGeom prst="rect">
            <a:avLst/>
          </a:prstGeom>
        </p:spPr>
        <p:txBody>
          <a:bodyPr wrap="square" lIns="0" tIns="0" rIns="0" bIns="0" numCol="3" spcCol="914400">
            <a:spAutoFit/>
          </a:bodyPr>
          <a:lstStyle>
            <a:lvl1pPr marL="285737" indent="-285737" algn="ctr">
              <a:lnSpc>
                <a:spcPct val="100000"/>
              </a:lnSpc>
              <a:buFont typeface="Arial"/>
              <a:buChar char="•"/>
              <a:defRPr sz="1800" b="1" normalizeH="0" baseline="0">
                <a:solidFill>
                  <a:schemeClr val="tx1"/>
                </a:solidFill>
                <a:latin typeface="Roboto Medium"/>
                <a:ea typeface="Roboto Slab" charset="0"/>
                <a:cs typeface="Roboto Medium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Bullet points go here</a:t>
            </a:r>
          </a:p>
          <a:p>
            <a:pPr lvl="0"/>
            <a:endParaRPr lang="en-US"/>
          </a:p>
          <a:p>
            <a:pPr lvl="0"/>
            <a:r>
              <a:rPr lang="en-US"/>
              <a:t>Bullet points go here</a:t>
            </a:r>
          </a:p>
          <a:p>
            <a:pPr lvl="0"/>
            <a:endParaRPr lang="en-US"/>
          </a:p>
          <a:p>
            <a:pPr lvl="0"/>
            <a:r>
              <a:rPr lang="en-US"/>
              <a:t>Bullet points go here</a:t>
            </a:r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35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5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356460" y="6363469"/>
            <a:ext cx="1264628" cy="217044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5"/>
          <p:cNvSpPr txBox="1">
            <a:spLocks noGrp="1"/>
          </p:cNvSpPr>
          <p:nvPr>
            <p:ph type="title"/>
          </p:nvPr>
        </p:nvSpPr>
        <p:spPr>
          <a:xfrm>
            <a:off x="356461" y="538394"/>
            <a:ext cx="11286153" cy="413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7200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18"/>
              <a:buFont typeface="Roboto Slab"/>
              <a:buNone/>
              <a:defRPr sz="3418" b="0" i="0" u="none" strike="noStrike" cap="non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25"/>
          <p:cNvSpPr txBox="1">
            <a:spLocks noGrp="1"/>
          </p:cNvSpPr>
          <p:nvPr>
            <p:ph type="body" idx="1"/>
          </p:nvPr>
        </p:nvSpPr>
        <p:spPr>
          <a:xfrm>
            <a:off x="356461" y="1213751"/>
            <a:ext cx="11302958" cy="4400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684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•"/>
              <a:defRPr sz="1709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68300" algn="l" rtl="0">
              <a:lnSpc>
                <a:spcPct val="100000"/>
              </a:lnSpc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ts val="2200"/>
              <a:buFont typeface="Verdana"/>
              <a:buChar char="-"/>
              <a:defRPr sz="1519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68300" algn="l" rtl="0">
              <a:lnSpc>
                <a:spcPct val="100000"/>
              </a:lnSpc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8"/>
              <a:defRPr sz="1519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25056" algn="l" rtl="0">
              <a:lnSpc>
                <a:spcPct val="100000"/>
              </a:lnSpc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ts val="1519"/>
              <a:buFont typeface="Verdana"/>
              <a:buChar char="-"/>
              <a:defRPr sz="1519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73316" algn="l" rtl="0">
              <a:spcBef>
                <a:spcPts val="456"/>
              </a:spcBef>
              <a:spcAft>
                <a:spcPts val="0"/>
              </a:spcAft>
              <a:buClr>
                <a:schemeClr val="dk1"/>
              </a:buClr>
              <a:buSzPts val="2279"/>
              <a:buFont typeface="Arial"/>
              <a:buChar char="»"/>
              <a:defRPr sz="2279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219" algn="l" rtl="0">
              <a:spcBef>
                <a:spcPts val="399"/>
              </a:spcBef>
              <a:spcAft>
                <a:spcPts val="0"/>
              </a:spcAft>
              <a:buClr>
                <a:schemeClr val="dk1"/>
              </a:buClr>
              <a:buSzPts val="1994"/>
              <a:buFont typeface="Arial"/>
              <a:buChar char="•"/>
              <a:defRPr sz="1994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55219" algn="l" rtl="0">
              <a:spcBef>
                <a:spcPts val="399"/>
              </a:spcBef>
              <a:spcAft>
                <a:spcPts val="0"/>
              </a:spcAft>
              <a:buClr>
                <a:schemeClr val="dk1"/>
              </a:buClr>
              <a:buSzPts val="1994"/>
              <a:buFont typeface="Arial"/>
              <a:buChar char="•"/>
              <a:defRPr sz="1994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55219" algn="l" rtl="0">
              <a:spcBef>
                <a:spcPts val="399"/>
              </a:spcBef>
              <a:spcAft>
                <a:spcPts val="0"/>
              </a:spcAft>
              <a:buClr>
                <a:schemeClr val="dk1"/>
              </a:buClr>
              <a:buSzPts val="1994"/>
              <a:buFont typeface="Arial"/>
              <a:buChar char="•"/>
              <a:defRPr sz="1994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55219" algn="l" rtl="0">
              <a:spcBef>
                <a:spcPts val="399"/>
              </a:spcBef>
              <a:spcAft>
                <a:spcPts val="0"/>
              </a:spcAft>
              <a:buClr>
                <a:schemeClr val="dk1"/>
              </a:buClr>
              <a:buSzPts val="1994"/>
              <a:buFont typeface="Arial"/>
              <a:buChar char="•"/>
              <a:defRPr sz="1994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3" name="Google Shape;13;p25"/>
          <p:cNvSpPr/>
          <p:nvPr/>
        </p:nvSpPr>
        <p:spPr>
          <a:xfrm>
            <a:off x="11368226" y="6363470"/>
            <a:ext cx="467314" cy="148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39" b="0" i="0" u="none" strike="noStrike" cap="none">
                <a:solidFill>
                  <a:srgbClr val="080808"/>
                </a:solidFill>
                <a:latin typeface="Roboto Slab"/>
                <a:ea typeface="Roboto Slab"/>
                <a:cs typeface="Roboto Slab"/>
                <a:sym typeface="Roboto Slab"/>
              </a:rPr>
              <a:t>‹#›</a:t>
            </a:fld>
            <a:endParaRPr sz="1139" b="0" i="0" u="none" strike="noStrike" cap="none">
              <a:solidFill>
                <a:srgbClr val="080808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cxnSp>
        <p:nvCxnSpPr>
          <p:cNvPr id="14" name="Google Shape;14;p25"/>
          <p:cNvCxnSpPr/>
          <p:nvPr/>
        </p:nvCxnSpPr>
        <p:spPr>
          <a:xfrm>
            <a:off x="356461" y="432879"/>
            <a:ext cx="11479079" cy="0"/>
          </a:xfrm>
          <a:prstGeom prst="straightConnector1">
            <a:avLst/>
          </a:prstGeom>
          <a:noFill/>
          <a:ln w="666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" name="Google Shape;15;p25"/>
          <p:cNvCxnSpPr/>
          <p:nvPr/>
        </p:nvCxnSpPr>
        <p:spPr>
          <a:xfrm>
            <a:off x="372975" y="6252279"/>
            <a:ext cx="11462565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91919587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8" r:id="rId1"/>
    <p:sldLayoutId id="2147483670" r:id="rId2"/>
    <p:sldLayoutId id="2147483673" r:id="rId3"/>
    <p:sldLayoutId id="2147483674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4" r:id="rId12"/>
    <p:sldLayoutId id="2147483686" r:id="rId13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racle.com/javase/8/docs/api/java/lang/String.html" TargetMode="External"/><Relationship Id="rId2" Type="http://schemas.openxmlformats.org/officeDocument/2006/relationships/hyperlink" Target="https://docs.oracle.com/javase/8/docs/api/java/io/File.html#File-java.lang.String-" TargetMode="Externa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racle.com/javase/8/docs/api/java/io/File.html" TargetMode="External"/><Relationship Id="rId2" Type="http://schemas.openxmlformats.org/officeDocument/2006/relationships/hyperlink" Target="https://docs.oracle.com/javase/8/docs/api/java/util/Scanner.html#Scanner-java.io.File-" TargetMode="Externa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8A4FD-4133-C639-CDA5-F96FC061C1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AP Computer </a:t>
            </a:r>
            <a:br>
              <a:rPr lang="en-US" dirty="0"/>
            </a:br>
            <a:r>
              <a:rPr lang="en-US" dirty="0"/>
              <a:t>Science 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A7351B-EF47-7B68-4CAB-FF117A7A74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4520" y="3545988"/>
            <a:ext cx="4828269" cy="534662"/>
          </a:xfrm>
        </p:spPr>
        <p:txBody>
          <a:bodyPr/>
          <a:lstStyle/>
          <a:p>
            <a:r>
              <a:rPr lang="en-US" dirty="0"/>
              <a:t>Topic 4.6: Using Text Files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36AF44A-6B39-2063-D12C-21E3C05CCCE9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Google Shape;467;p1">
            <a:extLst>
              <a:ext uri="{FF2B5EF4-FFF2-40B4-BE49-F238E27FC236}">
                <a16:creationId xmlns:a16="http://schemas.microsoft.com/office/drawing/2014/main" id="{60AA1277-CFBA-750E-529B-16F1A0E52DEB}"/>
              </a:ext>
            </a:extLst>
          </p:cNvPr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</a:blip>
          <a:srcRect l="57" r="57"/>
          <a:stretch/>
        </p:blipFill>
        <p:spPr>
          <a:xfrm>
            <a:off x="6067425" y="341313"/>
            <a:ext cx="5807075" cy="58245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44366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00307-10FD-89B1-717C-8100A4DE8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3751C7-7BB6-76FF-D905-8938DA9885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76200" indent="0">
              <a:buNone/>
            </a:pPr>
            <a:r>
              <a:rPr lang="en-US" sz="2000" dirty="0">
                <a:latin typeface="+mj-lt"/>
              </a:rPr>
              <a:t>After today’s lesson, students will be able to: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>
                <a:latin typeface="+mj-lt"/>
              </a:rPr>
              <a:t>Develop code to read data from a text file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800" dirty="0">
                <a:latin typeface="+mj-lt"/>
              </a:rPr>
              <a:t>Open a file by creating a File object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800" dirty="0">
                <a:latin typeface="+mj-lt"/>
              </a:rPr>
              <a:t>Handle errors by throwing exceptions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800" dirty="0">
                <a:latin typeface="+mj-lt"/>
              </a:rPr>
              <a:t>Create a Scanner object to read from a File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800" dirty="0">
                <a:latin typeface="+mj-lt"/>
              </a:rPr>
              <a:t>Use iteration to read all the contents of a File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>
                <a:latin typeface="+mj-lt"/>
              </a:rPr>
              <a:t>Process the data read from a text file</a:t>
            </a:r>
          </a:p>
          <a:p>
            <a:pPr marL="1003300" lvl="2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8749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6B83D-5598-A685-5124-4AD30BC30D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Files, Scanners, </a:t>
            </a:r>
            <a:r>
              <a:rPr lang="en-US" dirty="0" err="1"/>
              <a:t>IOExceptions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8810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8F52F-3E1A-47B2-BA5D-A6667D899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File</a:t>
            </a:r>
            <a:r>
              <a:rPr lang="en-US" dirty="0"/>
              <a:t> Object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68284-4950-43ED-ACBE-7C87DBB3D2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File</a:t>
            </a:r>
            <a:r>
              <a:rPr lang="en-US" sz="2000" dirty="0"/>
              <a:t> is an abstract representation of a file or a directory pathname</a:t>
            </a:r>
          </a:p>
          <a:p>
            <a:r>
              <a:rPr lang="en-US" sz="2000" dirty="0"/>
              <a:t>To create a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File</a:t>
            </a:r>
            <a:r>
              <a:rPr lang="en-US" sz="2000" dirty="0"/>
              <a:t> object, use the constructor information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By instantiating a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File</a:t>
            </a:r>
            <a:r>
              <a:rPr lang="en-US" sz="2000" dirty="0"/>
              <a:t> object and calling the constructor, the compiler will attempt to locate and open the file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pathname</a:t>
            </a:r>
          </a:p>
          <a:p>
            <a:r>
              <a:rPr lang="en-US" sz="2000" dirty="0">
                <a:cs typeface="Courier New" panose="02070309020205020404" pitchFamily="49" charset="0"/>
              </a:rPr>
              <a:t>Practical note: be sure that the file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pathname</a:t>
            </a:r>
            <a:r>
              <a:rPr lang="en-US" sz="2000" dirty="0">
                <a:cs typeface="Courier New" panose="02070309020205020404" pitchFamily="49" charset="0"/>
              </a:rPr>
              <a:t> exists and is in the project folder, otherwise a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FileNotFoundException</a:t>
            </a:r>
            <a:r>
              <a:rPr lang="en-US" sz="2000" dirty="0">
                <a:cs typeface="Courier New" panose="02070309020205020404" pitchFamily="49" charset="0"/>
              </a:rPr>
              <a:t> will occur</a:t>
            </a:r>
          </a:p>
          <a:p>
            <a:pPr marL="76200" indent="0">
              <a:buNone/>
            </a:pP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931D13A-F861-40A5-9257-D68D8EF272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2136674"/>
              </p:ext>
            </p:extLst>
          </p:nvPr>
        </p:nvGraphicFramePr>
        <p:xfrm>
          <a:off x="955674" y="2129366"/>
          <a:ext cx="10264776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7228">
                  <a:extLst>
                    <a:ext uri="{9D8B030D-6E8A-4147-A177-3AD203B41FA5}">
                      <a16:colId xmlns:a16="http://schemas.microsoft.com/office/drawing/2014/main" val="1990618663"/>
                    </a:ext>
                  </a:extLst>
                </a:gridCol>
                <a:gridCol w="7027548">
                  <a:extLst>
                    <a:ext uri="{9D8B030D-6E8A-4147-A177-3AD203B41FA5}">
                      <a16:colId xmlns:a16="http://schemas.microsoft.com/office/drawing/2014/main" val="128798792"/>
                    </a:ext>
                  </a:extLst>
                </a:gridCol>
              </a:tblGrid>
              <a:tr h="315656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2"/>
                          </a:solidFill>
                        </a:rPr>
                        <a:t>Constructor Header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2"/>
                          </a:solidFill>
                        </a:rPr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1190969"/>
                  </a:ext>
                </a:extLst>
              </a:tr>
              <a:tr h="441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u="none" strike="noStrike" dirty="0">
                          <a:solidFill>
                            <a:srgbClr val="4A6782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  <a:hlinkClick r:id="rId2"/>
                        </a:rPr>
                        <a:t>File</a:t>
                      </a:r>
                      <a:r>
                        <a:rPr lang="en-US" sz="1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800" b="1" u="none" strike="noStrike" dirty="0">
                          <a:solidFill>
                            <a:srgbClr val="4A6782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  <a:hlinkClick r:id="rId3" tooltip="class in java.lang"/>
                        </a:rPr>
                        <a:t>String</a:t>
                      </a:r>
                      <a:r>
                        <a:rPr lang="en-US" sz="1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pathname)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474747"/>
                          </a:solidFill>
                          <a:effectLst/>
                          <a:latin typeface="DejaVu Serif"/>
                        </a:rPr>
                        <a:t>Creates a new File instance by converting the given pathname string into an abstract pathname.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03988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1189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5EF81-99E0-4C75-81AF-8DA3841EB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pc="-4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FileNotFoundException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BEFE72-2C9C-4365-A825-780287493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6461" y="1213751"/>
            <a:ext cx="11302958" cy="4672699"/>
          </a:xfrm>
        </p:spPr>
        <p:txBody>
          <a:bodyPr>
            <a:normAutofit fontScale="92500"/>
          </a:bodyPr>
          <a:lstStyle/>
          <a:p>
            <a:pPr marL="296956" indent="-285750">
              <a:spcBef>
                <a:spcPts val="88"/>
              </a:spcBef>
              <a:tabLst>
                <a:tab pos="164160" algn="l"/>
              </a:tabLst>
            </a:pPr>
            <a:r>
              <a:rPr lang="en-US" sz="2400" spc="-4" dirty="0"/>
              <a:t>When using the </a:t>
            </a:r>
            <a:r>
              <a:rPr lang="en-US" sz="2400" spc="-4" dirty="0">
                <a:latin typeface="Courier New" panose="02070309020205020404" pitchFamily="49" charset="0"/>
                <a:cs typeface="Courier New" panose="02070309020205020404" pitchFamily="49" charset="0"/>
              </a:rPr>
              <a:t>File</a:t>
            </a:r>
            <a:r>
              <a:rPr lang="en-US" sz="2400" spc="-4" dirty="0"/>
              <a:t> class, it is required to indicate what to do if the file with the provided name cannot be opened</a:t>
            </a:r>
          </a:p>
          <a:p>
            <a:pPr marL="296956" indent="-285750">
              <a:spcBef>
                <a:spcPts val="88"/>
              </a:spcBef>
              <a:tabLst>
                <a:tab pos="164160" algn="l"/>
              </a:tabLst>
            </a:pPr>
            <a:r>
              <a:rPr lang="en-US" sz="2400" spc="-4" dirty="0"/>
              <a:t>When the </a:t>
            </a:r>
            <a:r>
              <a:rPr lang="en-US" sz="2400" dirty="0"/>
              <a:t>input or </a:t>
            </a:r>
            <a:r>
              <a:rPr lang="en-US" sz="2400" spc="-4" dirty="0"/>
              <a:t>output file </a:t>
            </a:r>
            <a:r>
              <a:rPr lang="en-US" sz="2400" dirty="0"/>
              <a:t>doesn’t </a:t>
            </a:r>
            <a:r>
              <a:rPr lang="en-US" sz="2400" spc="-4" dirty="0"/>
              <a:t>exist,</a:t>
            </a:r>
            <a:r>
              <a:rPr lang="en-US" sz="2400" spc="-9" dirty="0"/>
              <a:t> </a:t>
            </a:r>
            <a:r>
              <a:rPr lang="en-US" sz="2400" dirty="0"/>
              <a:t>a </a:t>
            </a:r>
            <a:r>
              <a:rPr lang="en-US" sz="2400" dirty="0" err="1">
                <a:latin typeface="Courier New"/>
                <a:cs typeface="Courier New"/>
              </a:rPr>
              <a:t>FileNotFoundException</a:t>
            </a:r>
            <a:r>
              <a:rPr lang="en-US" sz="2400" spc="-693" dirty="0">
                <a:latin typeface="Courier New"/>
                <a:cs typeface="Courier New"/>
              </a:rPr>
              <a:t> </a:t>
            </a:r>
            <a:r>
              <a:rPr lang="en-US" sz="2400" dirty="0"/>
              <a:t>can occur</a:t>
            </a:r>
          </a:p>
          <a:p>
            <a:pPr marL="296956" indent="-285750">
              <a:spcBef>
                <a:spcPts val="88"/>
              </a:spcBef>
              <a:tabLst>
                <a:tab pos="164160" algn="l"/>
              </a:tabLst>
            </a:pPr>
            <a:r>
              <a:rPr lang="en-US" sz="2400" dirty="0"/>
              <a:t>One way to indicate what to do in this situation is to add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throws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IOException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/>
              <a:t>to the header of the method that uses the file</a:t>
            </a:r>
          </a:p>
          <a:p>
            <a:pPr marL="754156" lvl="1" indent="-285750">
              <a:spcBef>
                <a:spcPts val="88"/>
              </a:spcBef>
              <a:tabLst>
                <a:tab pos="164160" algn="l"/>
              </a:tabLst>
            </a:pPr>
            <a:r>
              <a:rPr lang="en-US" sz="2000" dirty="0"/>
              <a:t> If the file name is invalid, the program will terminate.</a:t>
            </a:r>
          </a:p>
          <a:p>
            <a:pPr marL="296956" indent="-285750">
              <a:spcBef>
                <a:spcPts val="88"/>
              </a:spcBef>
              <a:tabLst>
                <a:tab pos="164160" algn="l"/>
              </a:tabLst>
            </a:pPr>
            <a:r>
              <a:rPr lang="en-US" sz="2400" spc="-119" dirty="0"/>
              <a:t>Example: </a:t>
            </a:r>
          </a:p>
          <a:p>
            <a:pPr marL="11206" indent="0">
              <a:spcBef>
                <a:spcPts val="88"/>
              </a:spcBef>
              <a:buNone/>
              <a:tabLst>
                <a:tab pos="164160" algn="l"/>
              </a:tabLst>
            </a:pPr>
            <a:r>
              <a:rPr lang="en-US" sz="2400" spc="-119" dirty="0"/>
              <a:t>		</a:t>
            </a:r>
            <a:r>
              <a:rPr lang="en-US" sz="2400" spc="-4" dirty="0">
                <a:latin typeface="Courier New"/>
                <a:cs typeface="Courier New"/>
              </a:rPr>
              <a:t>public static void main(String[] </a:t>
            </a:r>
            <a:r>
              <a:rPr lang="en-US" sz="2400" spc="-4" dirty="0" err="1">
                <a:latin typeface="Courier New"/>
                <a:cs typeface="Courier New"/>
              </a:rPr>
              <a:t>args</a:t>
            </a:r>
            <a:r>
              <a:rPr lang="en-US" sz="2400" spc="-4" dirty="0">
                <a:latin typeface="Courier New"/>
                <a:cs typeface="Courier New"/>
              </a:rPr>
              <a:t>) </a:t>
            </a:r>
            <a:br>
              <a:rPr lang="en-US" sz="2400" spc="-4" dirty="0">
                <a:latin typeface="Courier New"/>
                <a:cs typeface="Courier New"/>
              </a:rPr>
            </a:br>
            <a:r>
              <a:rPr lang="en-US" sz="2400" spc="-4" dirty="0">
                <a:latin typeface="Courier New"/>
                <a:cs typeface="Courier New"/>
              </a:rPr>
              <a:t>			</a:t>
            </a:r>
            <a:r>
              <a:rPr lang="en-US" sz="2400" dirty="0">
                <a:latin typeface="Courier New"/>
                <a:cs typeface="Courier New"/>
              </a:rPr>
              <a:t>throws </a:t>
            </a:r>
            <a:r>
              <a:rPr lang="en-US" sz="2400" spc="-4" dirty="0" err="1">
                <a:latin typeface="Courier New"/>
                <a:cs typeface="Courier New"/>
              </a:rPr>
              <a:t>FileNotFoundException</a:t>
            </a:r>
            <a:endParaRPr lang="en-US" sz="2400" spc="-4" dirty="0">
              <a:latin typeface="Courier New"/>
              <a:cs typeface="Courier New"/>
            </a:endParaRPr>
          </a:p>
          <a:p>
            <a:pPr marL="354106" indent="-342900">
              <a:spcBef>
                <a:spcPts val="88"/>
              </a:spcBef>
              <a:tabLst>
                <a:tab pos="164160" algn="l"/>
              </a:tabLst>
            </a:pPr>
            <a:r>
              <a:rPr lang="en-US" sz="2400" dirty="0">
                <a:cs typeface="Courier New"/>
              </a:rPr>
              <a:t>The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File</a:t>
            </a:r>
            <a:r>
              <a:rPr lang="en-US" sz="2400" dirty="0">
                <a:cs typeface="Courier New"/>
              </a:rPr>
              <a:t> and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IOException</a:t>
            </a:r>
            <a:r>
              <a:rPr lang="en-US" sz="2400" dirty="0">
                <a:cs typeface="Courier New"/>
              </a:rPr>
              <a:t> classes are part of the java.io package</a:t>
            </a:r>
          </a:p>
          <a:p>
            <a:pPr marL="811306" lvl="1" indent="-342900">
              <a:spcBef>
                <a:spcPts val="88"/>
              </a:spcBef>
              <a:tabLst>
                <a:tab pos="164160" algn="l"/>
              </a:tabLst>
            </a:pPr>
            <a:r>
              <a:rPr lang="en-US" sz="2210" dirty="0">
                <a:cs typeface="Courier New"/>
              </a:rPr>
              <a:t>An import statement must be used to make these classes available for use in the program</a:t>
            </a:r>
          </a:p>
          <a:p>
            <a:pPr marL="811306" lvl="1" indent="-342900">
              <a:spcBef>
                <a:spcPts val="88"/>
              </a:spcBef>
              <a:tabLst>
                <a:tab pos="164160" algn="l"/>
              </a:tabLst>
            </a:pPr>
            <a:r>
              <a:rPr lang="en-US" sz="2210" dirty="0">
                <a:cs typeface="Courier New"/>
              </a:rPr>
              <a:t>Import statements are not necessary for the AP Exam</a:t>
            </a:r>
          </a:p>
          <a:p>
            <a:pPr marL="11206" indent="0">
              <a:spcBef>
                <a:spcPts val="88"/>
              </a:spcBef>
              <a:buNone/>
              <a:tabLst>
                <a:tab pos="164160" algn="l"/>
              </a:tabLst>
            </a:pPr>
            <a:endParaRPr lang="en-US" sz="1800" dirty="0"/>
          </a:p>
          <a:p>
            <a:pPr marL="296956" indent="-285750">
              <a:spcBef>
                <a:spcPts val="88"/>
              </a:spcBef>
              <a:tabLst>
                <a:tab pos="164160" algn="l"/>
              </a:tabLst>
            </a:pPr>
            <a:endParaRPr lang="en-US" sz="1800" dirty="0"/>
          </a:p>
          <a:p>
            <a:pPr marL="296956" indent="-285750">
              <a:spcBef>
                <a:spcPts val="88"/>
              </a:spcBef>
              <a:tabLst>
                <a:tab pos="164160" algn="l"/>
              </a:tabLst>
            </a:pPr>
            <a:endParaRPr lang="en-US" sz="1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5713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8F52F-3E1A-47B2-BA5D-A6667D899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Scanner</a:t>
            </a:r>
            <a:r>
              <a:rPr lang="en-US" dirty="0"/>
              <a:t> Object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68284-4950-43ED-ACBE-7C87DBB3D2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Scanner</a:t>
            </a:r>
            <a:r>
              <a:rPr lang="en-US" sz="2000" dirty="0"/>
              <a:t> breaks input into “tokens” that are converted into values of differing types using the various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next</a:t>
            </a:r>
            <a:r>
              <a:rPr lang="en-US" sz="2000" dirty="0"/>
              <a:t> methods</a:t>
            </a:r>
          </a:p>
          <a:p>
            <a:r>
              <a:rPr lang="en-US" sz="2000" dirty="0"/>
              <a:t>To create a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Scanner</a:t>
            </a:r>
            <a:r>
              <a:rPr lang="en-US" sz="2000" dirty="0"/>
              <a:t> object, use the constructor information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File source </a:t>
            </a:r>
            <a:r>
              <a:rPr lang="en-US" sz="2000" dirty="0"/>
              <a:t>needs to be instantiated before instantiating a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Scanner </a:t>
            </a:r>
            <a:r>
              <a:rPr lang="en-US" sz="2000" dirty="0"/>
              <a:t>object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76200" indent="0">
              <a:buNone/>
            </a:pP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931D13A-F861-40A5-9257-D68D8EF272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6004076"/>
              </p:ext>
            </p:extLst>
          </p:nvPr>
        </p:nvGraphicFramePr>
        <p:xfrm>
          <a:off x="875552" y="2423160"/>
          <a:ext cx="10264776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7228">
                  <a:extLst>
                    <a:ext uri="{9D8B030D-6E8A-4147-A177-3AD203B41FA5}">
                      <a16:colId xmlns:a16="http://schemas.microsoft.com/office/drawing/2014/main" val="1990618663"/>
                    </a:ext>
                  </a:extLst>
                </a:gridCol>
                <a:gridCol w="7027548">
                  <a:extLst>
                    <a:ext uri="{9D8B030D-6E8A-4147-A177-3AD203B41FA5}">
                      <a16:colId xmlns:a16="http://schemas.microsoft.com/office/drawing/2014/main" val="128798792"/>
                    </a:ext>
                  </a:extLst>
                </a:gridCol>
              </a:tblGrid>
              <a:tr h="315656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2"/>
                          </a:solidFill>
                        </a:rPr>
                        <a:t>Constructor Header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2"/>
                          </a:solidFill>
                        </a:rPr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1190969"/>
                  </a:ext>
                </a:extLst>
              </a:tr>
              <a:tr h="441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Arial"/>
                          <a:hlinkClick r:id="rId2"/>
                        </a:rPr>
                        <a:t>Scanner</a:t>
                      </a:r>
                      <a:r>
                        <a:rPr lang="en-US" sz="18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Arial"/>
                        </a:rPr>
                        <a:t>(</a:t>
                      </a:r>
                      <a:r>
                        <a:rPr lang="en-US" sz="18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Arial"/>
                          <a:hlinkClick r:id="rId3" tooltip="class in java.io"/>
                        </a:rPr>
                        <a:t>File</a:t>
                      </a:r>
                      <a:r>
                        <a:rPr lang="en-US" sz="18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Arial"/>
                        </a:rPr>
                        <a:t> source)</a:t>
                      </a:r>
                      <a:endParaRPr lang="en-US" sz="2400" b="0" dirty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474747"/>
                          </a:solidFill>
                          <a:effectLst/>
                          <a:latin typeface="DejaVu Serif"/>
                        </a:rPr>
                        <a:t>Constructs a new Scanner that produces values scanned from the specified file.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03988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53635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583CD-E5D4-46E1-8FC0-B07B4ECAA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Scanner</a:t>
            </a:r>
            <a:r>
              <a:rPr lang="en-US" dirty="0"/>
              <a:t> Methods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C654EC9-C4CE-4EDA-A735-BAE5F6EE3E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1875169"/>
              </p:ext>
            </p:extLst>
          </p:nvPr>
        </p:nvGraphicFramePr>
        <p:xfrm>
          <a:off x="666002" y="1229087"/>
          <a:ext cx="10264776" cy="43998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8848">
                  <a:extLst>
                    <a:ext uri="{9D8B030D-6E8A-4147-A177-3AD203B41FA5}">
                      <a16:colId xmlns:a16="http://schemas.microsoft.com/office/drawing/2014/main" val="1990618663"/>
                    </a:ext>
                  </a:extLst>
                </a:gridCol>
                <a:gridCol w="6415928">
                  <a:extLst>
                    <a:ext uri="{9D8B030D-6E8A-4147-A177-3AD203B41FA5}">
                      <a16:colId xmlns:a16="http://schemas.microsoft.com/office/drawing/2014/main" val="128798792"/>
                    </a:ext>
                  </a:extLst>
                </a:gridCol>
              </a:tblGrid>
              <a:tr h="315656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2"/>
                          </a:solidFill>
                        </a:rPr>
                        <a:t>Constructor Header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2"/>
                          </a:solidFill>
                        </a:rPr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1190969"/>
                  </a:ext>
                </a:extLst>
              </a:tr>
              <a:tr h="441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Arial"/>
                        </a:rPr>
                        <a:t>int </a:t>
                      </a:r>
                      <a:r>
                        <a:rPr lang="en-US" sz="1800" b="1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Arial"/>
                        </a:rPr>
                        <a:t>nextInt</a:t>
                      </a:r>
                      <a:r>
                        <a:rPr lang="en-US" sz="18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Arial"/>
                        </a:rPr>
                        <a:t>() *</a:t>
                      </a:r>
                      <a:endParaRPr lang="en-US" sz="2400" b="0" dirty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474747"/>
                          </a:solidFill>
                          <a:effectLst/>
                          <a:latin typeface="DejaVu Serif"/>
                        </a:rPr>
                        <a:t>Returns the next int read from the file or input source if available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0398836"/>
                  </a:ext>
                </a:extLst>
              </a:tr>
              <a:tr h="441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b="1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double </a:t>
                      </a:r>
                      <a:r>
                        <a:rPr lang="en-US" sz="2000" b="1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nextDouble</a:t>
                      </a:r>
                      <a:r>
                        <a:rPr lang="en-US" sz="2000" b="1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 *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474747"/>
                          </a:solidFill>
                          <a:effectLst/>
                          <a:latin typeface="DejaVu Serif"/>
                        </a:rPr>
                        <a:t>Returns the next double read from the file or input source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615442"/>
                  </a:ext>
                </a:extLst>
              </a:tr>
              <a:tr h="441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b="1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boolean</a:t>
                      </a:r>
                      <a:r>
                        <a:rPr lang="en-US" sz="2000" b="1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2000" b="1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nextBoolean</a:t>
                      </a:r>
                      <a:r>
                        <a:rPr lang="en-US" sz="2000" b="1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 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474747"/>
                          </a:solidFill>
                          <a:effectLst/>
                          <a:latin typeface="DejaVu Serif"/>
                        </a:rPr>
                        <a:t>Returns the next </a:t>
                      </a:r>
                      <a:r>
                        <a:rPr lang="en-US" sz="1800" dirty="0" err="1">
                          <a:solidFill>
                            <a:srgbClr val="474747"/>
                          </a:solidFill>
                          <a:effectLst/>
                          <a:latin typeface="DejaVu Serif"/>
                        </a:rPr>
                        <a:t>boolean</a:t>
                      </a:r>
                      <a:r>
                        <a:rPr lang="en-US" sz="1800" dirty="0">
                          <a:solidFill>
                            <a:srgbClr val="474747"/>
                          </a:solidFill>
                          <a:effectLst/>
                          <a:latin typeface="DejaVu Serif"/>
                        </a:rPr>
                        <a:t> read from the file or input source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0342031"/>
                  </a:ext>
                </a:extLst>
              </a:tr>
              <a:tr h="441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b="1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String </a:t>
                      </a:r>
                      <a:r>
                        <a:rPr lang="en-US" sz="2000" b="1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nextLine</a:t>
                      </a:r>
                      <a:r>
                        <a:rPr lang="en-US" sz="2000" b="1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474747"/>
                          </a:solidFill>
                          <a:effectLst/>
                          <a:latin typeface="DejaVu Serif"/>
                        </a:rPr>
                        <a:t>Returns the next line of text as a String read from the file or input source; can return the empty string if called immediately after another Scanner method that is reading from the file or input source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4220246"/>
                  </a:ext>
                </a:extLst>
              </a:tr>
              <a:tr h="441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b="1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String next()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474747"/>
                          </a:solidFill>
                          <a:effectLst/>
                          <a:latin typeface="DejaVu Serif"/>
                        </a:rPr>
                        <a:t>Returns the next String read from the file or input source.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0244029"/>
                  </a:ext>
                </a:extLst>
              </a:tr>
              <a:tr h="441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b="1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boolean</a:t>
                      </a:r>
                      <a:r>
                        <a:rPr lang="en-US" sz="2000" b="1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2000" b="1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hasNext</a:t>
                      </a:r>
                      <a:r>
                        <a:rPr lang="en-US" sz="2000" b="1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474747"/>
                          </a:solidFill>
                          <a:effectLst/>
                          <a:latin typeface="DejaVu Serif"/>
                        </a:rPr>
                        <a:t>Returns true  if there is a next item to read in the file or input source; returns false otherwise.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7174047"/>
                  </a:ext>
                </a:extLst>
              </a:tr>
              <a:tr h="441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b="1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void close()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474747"/>
                          </a:solidFill>
                          <a:effectLst/>
                          <a:latin typeface="DejaVu Serif"/>
                        </a:rPr>
                        <a:t>Closes this scanner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031811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112A75A-A319-4561-8B0E-BD4D2783BC9D}"/>
              </a:ext>
            </a:extLst>
          </p:cNvPr>
          <p:cNvSpPr txBox="1"/>
          <p:nvPr/>
        </p:nvSpPr>
        <p:spPr>
          <a:xfrm>
            <a:off x="781050" y="5840685"/>
            <a:ext cx="81531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 If the next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int,double</a:t>
            </a:r>
            <a:r>
              <a:rPr lang="en-US" dirty="0"/>
              <a:t> or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doesn’t exist, it will result in an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InputMismatchException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27580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18DE2-9CF8-4584-AEC0-CAFC33464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Reading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8C4C0F-0A68-4783-92C5-17E3285500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564194" indent="0">
              <a:lnSpc>
                <a:spcPct val="119200"/>
              </a:lnSpc>
              <a:spcBef>
                <a:spcPts val="1200"/>
              </a:spcBef>
              <a:buNone/>
            </a:pPr>
            <a:r>
              <a:rPr lang="en-US" sz="2400" spc="-4" dirty="0">
                <a:latin typeface="Courier New"/>
                <a:cs typeface="Courier New"/>
              </a:rPr>
              <a:t>File reader </a:t>
            </a:r>
            <a:r>
              <a:rPr lang="en-US" sz="2400" dirty="0">
                <a:latin typeface="Courier New"/>
                <a:cs typeface="Courier New"/>
              </a:rPr>
              <a:t>= </a:t>
            </a:r>
            <a:r>
              <a:rPr lang="en-US" sz="2400" spc="-4" dirty="0">
                <a:latin typeface="Courier New"/>
                <a:cs typeface="Courier New"/>
              </a:rPr>
              <a:t>new File("input.txt");  </a:t>
            </a:r>
            <a:br>
              <a:rPr lang="en-US" sz="2400" spc="-4" dirty="0">
                <a:latin typeface="Courier New"/>
                <a:cs typeface="Courier New"/>
              </a:rPr>
            </a:br>
            <a:r>
              <a:rPr lang="en-US" sz="2400" spc="-4" dirty="0">
                <a:latin typeface="Courier New"/>
                <a:cs typeface="Courier New"/>
              </a:rPr>
              <a:t>Scanner in </a:t>
            </a:r>
            <a:r>
              <a:rPr lang="en-US" sz="2400" dirty="0">
                <a:latin typeface="Courier New"/>
                <a:cs typeface="Courier New"/>
              </a:rPr>
              <a:t>= </a:t>
            </a:r>
            <a:r>
              <a:rPr lang="en-US" sz="2400" spc="-4" dirty="0">
                <a:latin typeface="Courier New"/>
                <a:cs typeface="Courier New"/>
              </a:rPr>
              <a:t>new</a:t>
            </a:r>
            <a:r>
              <a:rPr lang="en-US" sz="2400" spc="-26" dirty="0">
                <a:latin typeface="Courier New"/>
                <a:cs typeface="Courier New"/>
              </a:rPr>
              <a:t> </a:t>
            </a:r>
            <a:r>
              <a:rPr lang="en-US" sz="2400" dirty="0">
                <a:latin typeface="Courier New"/>
                <a:cs typeface="Courier New"/>
              </a:rPr>
              <a:t>Scanner(reader);</a:t>
            </a:r>
          </a:p>
          <a:p>
            <a:pPr marL="0" marR="564194" indent="0">
              <a:lnSpc>
                <a:spcPct val="119200"/>
              </a:lnSpc>
              <a:spcBef>
                <a:spcPts val="1200"/>
              </a:spcBef>
              <a:buNone/>
            </a:pPr>
            <a:r>
              <a:rPr lang="en-US" sz="2400" dirty="0">
                <a:latin typeface="Courier New"/>
                <a:cs typeface="Courier New"/>
              </a:rPr>
              <a:t>…</a:t>
            </a:r>
          </a:p>
          <a:p>
            <a:pPr marL="0" marR="564194" indent="0">
              <a:lnSpc>
                <a:spcPct val="119200"/>
              </a:lnSpc>
              <a:spcBef>
                <a:spcPts val="1200"/>
              </a:spcBef>
              <a:buNone/>
            </a:pPr>
            <a:r>
              <a:rPr lang="en-US" sz="2400" dirty="0" err="1">
                <a:latin typeface="Courier New"/>
                <a:cs typeface="Courier New"/>
              </a:rPr>
              <a:t>in.close</a:t>
            </a:r>
            <a:r>
              <a:rPr lang="en-US" sz="2400" dirty="0">
                <a:latin typeface="Courier New"/>
                <a:cs typeface="Courier New"/>
              </a:rPr>
              <a:t>();</a:t>
            </a:r>
          </a:p>
          <a:p>
            <a:pPr marL="294143" indent="-282938">
              <a:spcBef>
                <a:spcPts val="1359"/>
              </a:spcBef>
              <a:tabLst>
                <a:tab pos="294143" algn="l"/>
                <a:tab pos="294703" algn="l"/>
              </a:tabLst>
            </a:pPr>
            <a:r>
              <a:rPr lang="en-US" sz="2000" dirty="0"/>
              <a:t>Use </a:t>
            </a:r>
            <a:r>
              <a:rPr lang="en-US" sz="2000" spc="-4" dirty="0"/>
              <a:t>the </a:t>
            </a:r>
            <a:r>
              <a:rPr lang="en-US" sz="2000" dirty="0">
                <a:latin typeface="Courier New"/>
                <a:cs typeface="Courier New"/>
              </a:rPr>
              <a:t>Scanner</a:t>
            </a:r>
            <a:r>
              <a:rPr lang="en-US" sz="2000" spc="-679" dirty="0">
                <a:latin typeface="Courier New"/>
                <a:cs typeface="Courier New"/>
              </a:rPr>
              <a:t> </a:t>
            </a:r>
            <a:r>
              <a:rPr lang="en-US" sz="2000" spc="-4" dirty="0"/>
              <a:t>methods to </a:t>
            </a:r>
            <a:r>
              <a:rPr lang="en-US" sz="2000" dirty="0"/>
              <a:t>read </a:t>
            </a:r>
            <a:r>
              <a:rPr lang="en-US" sz="2000" spc="-4" dirty="0"/>
              <a:t>data from file (like </a:t>
            </a:r>
            <a:r>
              <a:rPr lang="en-US" sz="2000" dirty="0">
                <a:latin typeface="Courier New"/>
                <a:cs typeface="Courier New"/>
              </a:rPr>
              <a:t>next</a:t>
            </a:r>
            <a:r>
              <a:rPr lang="en-US" sz="1600" i="1" dirty="0"/>
              <a:t>, </a:t>
            </a:r>
            <a:r>
              <a:rPr lang="en-US" sz="2000" spc="-4" dirty="0" err="1">
                <a:latin typeface="Courier New"/>
                <a:cs typeface="Courier New"/>
              </a:rPr>
              <a:t>nextLine</a:t>
            </a:r>
            <a:r>
              <a:rPr lang="en-US" sz="1600" i="1" spc="-4" dirty="0"/>
              <a:t>, </a:t>
            </a:r>
            <a:r>
              <a:rPr lang="en-US" sz="2000" spc="-4" dirty="0" err="1">
                <a:latin typeface="Courier New"/>
                <a:cs typeface="Courier New"/>
              </a:rPr>
              <a:t>nextInt</a:t>
            </a:r>
            <a:r>
              <a:rPr lang="en-US" sz="1600" i="1" spc="-4" dirty="0"/>
              <a:t>, </a:t>
            </a:r>
            <a:r>
              <a:rPr lang="en-US" sz="1600" spc="-4" dirty="0"/>
              <a:t>and</a:t>
            </a:r>
            <a:r>
              <a:rPr lang="en-US" sz="1600" i="1" spc="-247" dirty="0"/>
              <a:t> </a:t>
            </a:r>
            <a:r>
              <a:rPr lang="en-US" sz="2000" dirty="0" err="1">
                <a:latin typeface="Courier New"/>
                <a:cs typeface="Courier New"/>
              </a:rPr>
              <a:t>nextDouble</a:t>
            </a:r>
            <a:r>
              <a:rPr lang="en-US" sz="2000" dirty="0">
                <a:latin typeface="Courier New"/>
                <a:cs typeface="Courier New"/>
              </a:rPr>
              <a:t>)</a:t>
            </a:r>
          </a:p>
          <a:p>
            <a:pPr marL="294143" indent="-282938">
              <a:spcBef>
                <a:spcPts val="1359"/>
              </a:spcBef>
              <a:tabLst>
                <a:tab pos="294143" algn="l"/>
                <a:tab pos="294703" algn="l"/>
              </a:tabLst>
            </a:pPr>
            <a:r>
              <a:rPr lang="en-US" sz="2000" dirty="0">
                <a:cs typeface="Courier New"/>
              </a:rPr>
              <a:t>Don’t forget to close your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Scanner</a:t>
            </a:r>
            <a:r>
              <a:rPr lang="en-US" sz="2000" dirty="0">
                <a:cs typeface="Courier New"/>
              </a:rPr>
              <a:t> so there isn’t an open line of communication open between your program and the file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2770878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B01DE-891D-4196-9876-71E575EB7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a Complete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2DF911-7ABE-424C-95A1-5F1DB10215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Scanner object will read a file one “token” at a time</a:t>
            </a:r>
          </a:p>
          <a:p>
            <a:pPr lvl="1"/>
            <a:r>
              <a:rPr lang="en-US" dirty="0"/>
              <a:t>Tokens can be a single number, word, or line from a file</a:t>
            </a:r>
          </a:p>
          <a:p>
            <a:r>
              <a:rPr lang="en-US" dirty="0"/>
              <a:t>To determine if there are more tokens to be read from the file, use 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hasNext</a:t>
            </a:r>
            <a:r>
              <a:rPr lang="en-US" dirty="0"/>
              <a:t> method</a:t>
            </a:r>
          </a:p>
          <a:p>
            <a:r>
              <a:rPr lang="en-US" dirty="0"/>
              <a:t>Example:</a:t>
            </a:r>
          </a:p>
          <a:p>
            <a:pPr marL="76200" indent="0">
              <a:buNone/>
            </a:pPr>
            <a:endParaRPr lang="en-US" dirty="0"/>
          </a:p>
          <a:p>
            <a:pPr marL="533400" lvl="1" indent="0">
              <a:buNone/>
            </a:pPr>
            <a:r>
              <a:rPr lang="en-US" sz="1800" spc="-4" dirty="0">
                <a:latin typeface="Courier New"/>
                <a:cs typeface="Courier New"/>
              </a:rPr>
              <a:t>File reader </a:t>
            </a:r>
            <a:r>
              <a:rPr lang="en-US" sz="1800" dirty="0">
                <a:latin typeface="Courier New"/>
                <a:cs typeface="Courier New"/>
              </a:rPr>
              <a:t>= </a:t>
            </a:r>
            <a:r>
              <a:rPr lang="en-US" sz="1800" spc="-4" dirty="0">
                <a:latin typeface="Courier New"/>
                <a:cs typeface="Courier New"/>
              </a:rPr>
              <a:t>new File("input.txt");  </a:t>
            </a:r>
            <a:br>
              <a:rPr lang="en-US" sz="1800" spc="-4" dirty="0">
                <a:latin typeface="Courier New"/>
                <a:cs typeface="Courier New"/>
              </a:rPr>
            </a:br>
            <a:r>
              <a:rPr lang="en-US" sz="1800" spc="-4" dirty="0">
                <a:latin typeface="Courier New"/>
                <a:cs typeface="Courier New"/>
              </a:rPr>
              <a:t>Scanner in </a:t>
            </a:r>
            <a:r>
              <a:rPr lang="en-US" sz="1800" dirty="0">
                <a:latin typeface="Courier New"/>
                <a:cs typeface="Courier New"/>
              </a:rPr>
              <a:t>= </a:t>
            </a:r>
            <a:r>
              <a:rPr lang="en-US" sz="1800" spc="-4" dirty="0">
                <a:latin typeface="Courier New"/>
                <a:cs typeface="Courier New"/>
              </a:rPr>
              <a:t>new</a:t>
            </a:r>
            <a:r>
              <a:rPr lang="en-US" sz="1800" spc="-26" dirty="0">
                <a:latin typeface="Courier New"/>
                <a:cs typeface="Courier New"/>
              </a:rPr>
              <a:t> </a:t>
            </a:r>
            <a:r>
              <a:rPr lang="en-US" sz="1800" dirty="0">
                <a:latin typeface="Courier New"/>
                <a:cs typeface="Courier New"/>
              </a:rPr>
              <a:t>Scanner(reader);</a:t>
            </a:r>
            <a:br>
              <a:rPr lang="en-US" sz="1800" dirty="0">
                <a:latin typeface="Courier New"/>
                <a:cs typeface="Courier New"/>
              </a:rPr>
            </a:br>
            <a:r>
              <a:rPr lang="en-US" sz="1800" dirty="0">
                <a:latin typeface="Courier New"/>
                <a:cs typeface="Courier New"/>
              </a:rPr>
              <a:t>while(</a:t>
            </a:r>
            <a:r>
              <a:rPr lang="en-US" sz="1800" dirty="0" err="1">
                <a:latin typeface="Courier New"/>
                <a:cs typeface="Courier New"/>
              </a:rPr>
              <a:t>in.hasNext</a:t>
            </a:r>
            <a:r>
              <a:rPr lang="en-US" sz="1800" dirty="0">
                <a:latin typeface="Courier New"/>
                <a:cs typeface="Courier New"/>
              </a:rPr>
              <a:t>())</a:t>
            </a:r>
            <a:br>
              <a:rPr lang="en-US" sz="1800" dirty="0">
                <a:latin typeface="Courier New"/>
                <a:cs typeface="Courier New"/>
              </a:rPr>
            </a:br>
            <a:r>
              <a:rPr lang="en-US" sz="1800" dirty="0">
                <a:latin typeface="Courier New"/>
                <a:cs typeface="Courier New"/>
              </a:rPr>
              <a:t>{</a:t>
            </a:r>
            <a:br>
              <a:rPr lang="en-US" sz="1800" dirty="0">
                <a:latin typeface="Courier New"/>
                <a:cs typeface="Courier New"/>
              </a:rPr>
            </a:br>
            <a:r>
              <a:rPr lang="en-US" sz="1800" dirty="0">
                <a:latin typeface="Courier New"/>
                <a:cs typeface="Courier New"/>
              </a:rPr>
              <a:t>   </a:t>
            </a:r>
            <a:r>
              <a:rPr lang="en-US" sz="1800" dirty="0" err="1">
                <a:latin typeface="Courier New"/>
                <a:cs typeface="Courier New"/>
              </a:rPr>
              <a:t>System.out.println</a:t>
            </a:r>
            <a:r>
              <a:rPr lang="en-US" sz="1800" dirty="0">
                <a:latin typeface="Courier New"/>
                <a:cs typeface="Courier New"/>
              </a:rPr>
              <a:t>(</a:t>
            </a:r>
            <a:r>
              <a:rPr lang="en-US" sz="1800" dirty="0" err="1">
                <a:latin typeface="Courier New"/>
                <a:cs typeface="Courier New"/>
              </a:rPr>
              <a:t>in.nextLine</a:t>
            </a:r>
            <a:r>
              <a:rPr lang="en-US" sz="1800" dirty="0">
                <a:latin typeface="Courier New"/>
                <a:cs typeface="Courier New"/>
              </a:rPr>
              <a:t>());</a:t>
            </a:r>
            <a:br>
              <a:rPr lang="en-US" sz="1800" dirty="0">
                <a:latin typeface="Courier New"/>
                <a:cs typeface="Courier New"/>
              </a:rPr>
            </a:br>
            <a:r>
              <a:rPr lang="en-US" sz="1800" dirty="0">
                <a:latin typeface="Courier New"/>
                <a:cs typeface="Courier New"/>
              </a:rPr>
              <a:t>}</a:t>
            </a:r>
            <a:br>
              <a:rPr lang="en-US" sz="1800" dirty="0">
                <a:latin typeface="Courier New"/>
                <a:cs typeface="Courier New"/>
              </a:rPr>
            </a:br>
            <a:r>
              <a:rPr lang="en-US" sz="1800" dirty="0" err="1">
                <a:latin typeface="Courier New"/>
                <a:cs typeface="Courier New"/>
              </a:rPr>
              <a:t>in.close</a:t>
            </a:r>
            <a:r>
              <a:rPr lang="en-US" sz="1800" dirty="0">
                <a:latin typeface="Courier New"/>
                <a:cs typeface="Courier New"/>
              </a:rPr>
              <a:t>();</a:t>
            </a:r>
            <a:endParaRPr lang="en-US" sz="1600" dirty="0"/>
          </a:p>
          <a:p>
            <a:pPr marL="76200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5211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10E6E-936A-4A8B-B031-AF684FC57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8092E-D208-4443-A851-45B37C8E30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may need to process the data read from a file</a:t>
            </a:r>
          </a:p>
          <a:p>
            <a:r>
              <a:rPr lang="en-US" dirty="0"/>
              <a:t>To convert text to a number 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Integer.parseInt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Double.parseDouble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To split a String using a delimiter</a:t>
            </a:r>
          </a:p>
          <a:p>
            <a:pPr lvl="1"/>
            <a:r>
              <a:rPr lang="en-US" dirty="0"/>
              <a:t>Use the String method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split(String delimiter)</a:t>
            </a:r>
          </a:p>
        </p:txBody>
      </p:sp>
    </p:spTree>
    <p:extLst>
      <p:ext uri="{BB962C8B-B14F-4D97-AF65-F5344CB8AC3E}">
        <p14:creationId xmlns:p14="http://schemas.microsoft.com/office/powerpoint/2010/main" val="25902763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3172C-AC29-4A15-A472-C2F48C041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Demonstration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7466F-CE95-4E86-99BC-1938D00672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Reading World Populations file</a:t>
            </a:r>
          </a:p>
          <a:p>
            <a:r>
              <a:rPr lang="en-US" dirty="0"/>
              <a:t>Find the country with the largest population</a:t>
            </a:r>
          </a:p>
          <a:p>
            <a:r>
              <a:rPr lang="en-US" dirty="0"/>
              <a:t>Find the country with the smallest population</a:t>
            </a:r>
          </a:p>
          <a:p>
            <a:r>
              <a:rPr lang="en-US" dirty="0"/>
              <a:t>Filter the countries based on a keyword</a:t>
            </a:r>
          </a:p>
        </p:txBody>
      </p:sp>
    </p:spTree>
    <p:extLst>
      <p:ext uri="{BB962C8B-B14F-4D97-AF65-F5344CB8AC3E}">
        <p14:creationId xmlns:p14="http://schemas.microsoft.com/office/powerpoint/2010/main" val="5654847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4A570-D71B-42D9-9412-0B091488D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Class Assignment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6FD10E-2382-470F-837B-21A9344453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Using the Bitcoin Prices Data (choose one task):</a:t>
            </a:r>
          </a:p>
          <a:p>
            <a:pPr lvl="1"/>
            <a:r>
              <a:rPr lang="en-US" dirty="0"/>
              <a:t>Find the largest gain </a:t>
            </a:r>
          </a:p>
          <a:p>
            <a:pPr lvl="1"/>
            <a:r>
              <a:rPr lang="en-US" dirty="0"/>
              <a:t>Find the highest price</a:t>
            </a:r>
          </a:p>
          <a:p>
            <a:pPr lvl="1"/>
            <a:r>
              <a:rPr lang="en-US" dirty="0"/>
              <a:t>Find the lowest price</a:t>
            </a:r>
          </a:p>
          <a:p>
            <a:r>
              <a:rPr lang="en-US" dirty="0"/>
              <a:t>To be completed in class</a:t>
            </a:r>
          </a:p>
          <a:p>
            <a:r>
              <a:rPr lang="en-US" dirty="0"/>
              <a:t>You may not use any code generating resources</a:t>
            </a:r>
          </a:p>
          <a:p>
            <a:r>
              <a:rPr lang="en-US" dirty="0"/>
              <a:t>Scores are based on the following rubric</a:t>
            </a:r>
          </a:p>
          <a:p>
            <a:pPr marL="76200" indent="0"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90B12F3-BBB7-4BA2-8F90-CB8B0E19AC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0961693"/>
              </p:ext>
            </p:extLst>
          </p:nvPr>
        </p:nvGraphicFramePr>
        <p:xfrm>
          <a:off x="704851" y="3672416"/>
          <a:ext cx="10696575" cy="1889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139315">
                  <a:extLst>
                    <a:ext uri="{9D8B030D-6E8A-4147-A177-3AD203B41FA5}">
                      <a16:colId xmlns:a16="http://schemas.microsoft.com/office/drawing/2014/main" val="2744007437"/>
                    </a:ext>
                  </a:extLst>
                </a:gridCol>
                <a:gridCol w="2139315">
                  <a:extLst>
                    <a:ext uri="{9D8B030D-6E8A-4147-A177-3AD203B41FA5}">
                      <a16:colId xmlns:a16="http://schemas.microsoft.com/office/drawing/2014/main" val="581651269"/>
                    </a:ext>
                  </a:extLst>
                </a:gridCol>
                <a:gridCol w="2139315">
                  <a:extLst>
                    <a:ext uri="{9D8B030D-6E8A-4147-A177-3AD203B41FA5}">
                      <a16:colId xmlns:a16="http://schemas.microsoft.com/office/drawing/2014/main" val="3472520760"/>
                    </a:ext>
                  </a:extLst>
                </a:gridCol>
                <a:gridCol w="2139315">
                  <a:extLst>
                    <a:ext uri="{9D8B030D-6E8A-4147-A177-3AD203B41FA5}">
                      <a16:colId xmlns:a16="http://schemas.microsoft.com/office/drawing/2014/main" val="981680193"/>
                    </a:ext>
                  </a:extLst>
                </a:gridCol>
                <a:gridCol w="2139315">
                  <a:extLst>
                    <a:ext uri="{9D8B030D-6E8A-4147-A177-3AD203B41FA5}">
                      <a16:colId xmlns:a16="http://schemas.microsoft.com/office/drawing/2014/main" val="1362521696"/>
                    </a:ext>
                  </a:extLst>
                </a:gridCol>
              </a:tblGrid>
              <a:tr h="29950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8235154"/>
                  </a:ext>
                </a:extLst>
              </a:tr>
              <a:tr h="868892">
                <a:tc>
                  <a:txBody>
                    <a:bodyPr/>
                    <a:lstStyle/>
                    <a:p>
                      <a:r>
                        <a:rPr lang="en-US" dirty="0"/>
                        <a:t>No code submission or code is not your 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Your program successfully opens the given file and handles errors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Your program successfully opens the given file, handles, exceptions, and reads at least one line from the 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Your program successfully opens the given file, handles, exceptions, and has a meaningful attempts and progress towards calculating </a:t>
                      </a:r>
                      <a:r>
                        <a:rPr lang="en-US"/>
                        <a:t>the statistic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Your program successfully find the results of one required statistic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49695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9987352"/>
      </p:ext>
    </p:extLst>
  </p:cSld>
  <p:clrMapOvr>
    <a:masterClrMapping/>
  </p:clrMapOvr>
</p:sld>
</file>

<file path=ppt/theme/theme1.xml><?xml version="1.0" encoding="utf-8"?>
<a:theme xmlns:a="http://schemas.openxmlformats.org/drawingml/2006/main" name="CB-K12">
  <a:themeElements>
    <a:clrScheme name="CB-K12">
      <a:dk1>
        <a:srgbClr val="1E1E1E"/>
      </a:dk1>
      <a:lt1>
        <a:srgbClr val="DCDCDC"/>
      </a:lt1>
      <a:dk2>
        <a:srgbClr val="FFFFFF"/>
      </a:dk2>
      <a:lt2>
        <a:srgbClr val="E57200"/>
      </a:lt2>
      <a:accent1>
        <a:srgbClr val="DCDCDC"/>
      </a:accent1>
      <a:accent2>
        <a:srgbClr val="FFFFFF"/>
      </a:accent2>
      <a:accent3>
        <a:srgbClr val="009CDE"/>
      </a:accent3>
      <a:accent4>
        <a:srgbClr val="71C5E8"/>
      </a:accent4>
      <a:accent5>
        <a:srgbClr val="505050"/>
      </a:accent5>
      <a:accent6>
        <a:srgbClr val="888888"/>
      </a:accent6>
      <a:hlink>
        <a:srgbClr val="1E1E1E"/>
      </a:hlink>
      <a:folHlink>
        <a:srgbClr val="009CD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5 Lead Consultant Training Deck" id="{A589FE74-AB1B-4393-9AFD-E11DF3213052}" vid="{51587BE2-73F1-4B1D-B023-2A1C6784219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APSI Slides</Template>
  <TotalTime>4663</TotalTime>
  <Words>883</Words>
  <Application>Microsoft Office PowerPoint</Application>
  <PresentationFormat>Widescreen</PresentationFormat>
  <Paragraphs>108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3" baseType="lpstr">
      <vt:lpstr>Aptos</vt:lpstr>
      <vt:lpstr>Arial</vt:lpstr>
      <vt:lpstr>Courier New</vt:lpstr>
      <vt:lpstr>DejaVu Serif</vt:lpstr>
      <vt:lpstr>Roboto</vt:lpstr>
      <vt:lpstr>Roboto Medium</vt:lpstr>
      <vt:lpstr>Roboto Slab</vt:lpstr>
      <vt:lpstr>Roboto Slab Regular</vt:lpstr>
      <vt:lpstr>Verdana</vt:lpstr>
      <vt:lpstr>Wingdings</vt:lpstr>
      <vt:lpstr>CB-K12</vt:lpstr>
      <vt:lpstr>AP Computer  Science A</vt:lpstr>
      <vt:lpstr>Learning Objectives</vt:lpstr>
      <vt:lpstr>Files, Scanners, IOExceptions</vt:lpstr>
      <vt:lpstr>File Object</vt:lpstr>
      <vt:lpstr>FileNotFoundException</vt:lpstr>
      <vt:lpstr>Scanner Object</vt:lpstr>
      <vt:lpstr>Scanner Methods</vt:lpstr>
      <vt:lpstr>File Reading Example</vt:lpstr>
      <vt:lpstr>Reading a Complete File</vt:lpstr>
      <vt:lpstr>Processing Data</vt:lpstr>
      <vt:lpstr>Demonstration</vt:lpstr>
      <vt:lpstr>In Class Assignment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 Computer  Science A</dc:title>
  <dc:creator>Kim Hermans</dc:creator>
  <cp:lastModifiedBy>Kim Chopp</cp:lastModifiedBy>
  <cp:revision>22</cp:revision>
  <dcterms:created xsi:type="dcterms:W3CDTF">2025-06-08T18:22:04Z</dcterms:created>
  <dcterms:modified xsi:type="dcterms:W3CDTF">2026-01-13T17:18:07Z</dcterms:modified>
</cp:coreProperties>
</file>